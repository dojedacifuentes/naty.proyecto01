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Hola. Bienvenida, bienvenido al módulo 2: Introducción a modelos generativos y consumo por API.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Imagina la mesa de ayuda de una empresa de software que recibe cientos de tickets al día. Nadie alcanza a leerlos todos antes de priorizar. La empresa se llama Nube Sur, es inventada, y va a ser tu cliente durante el módulo.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En estas 21 horas vas a construir su resumidor de tickets: una aplicación que limpia cada ticket, le pide a un modelo de lenguaje un resumen por API y mide si el resumen es bueno.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Cuatro estaciones: entender los modelos y diseñar la arquitectura, programar el cliente de la API, escribir buenos prompts, y limpiar y medir texto. Cada estación deja código en tu portafolio.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Al final, el laboratorio: pruebas estrategias de prompt, las mides y compites en el tablero por el mejor resumen. Pero ojo: gana quien decide con evidencia.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Primer paso: mira la ruta, completa el autodiagnóstico y abre el notebook guiado. Nos vemos en la primera sesión en vivo.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Módulo 2: INTRODUCCIÓN A MODELOS GENERATIVOS Y CONSUMO POR API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Especialización en Desarrollo con IA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PF1822 · Módulo 2 · Bienvenida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2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Una bandeja con cientos de tickets de soporte, largos y con firmas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Bienvenida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3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Terminal: se ejecuta un script, entra un ticket y sale un resumen de una línea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Bienvenida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4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Infografía de la ruta: cuatro estaciones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Bienvenida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5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Tablero del laboratorio con puntajes ROUGE e insignias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Bienvenida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3" name="Título"/>
          <p:cNvSpPr txBox="1"/>
          <p:nvPr/>
        </p:nvSpPr>
        <p:spPr>
          <a:xfrm>
            <a:off x="609600" y="381000"/>
            <a:ext cx="7315200" cy="9906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3200" b="1" dirty="0">
                <a:solidFill>
                  <a:srgbClr val="0F3D5E"/>
                </a:solidFill>
              </a:rPr>
              <a:t>Escena 6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4478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1676400"/>
            <a:ext cx="7315200" cy="44196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Imagen sugerida (reemplazar antes de grabar): Presentador; botón "Empezar estación 1"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PF1822 · Módulo 2 · Bienvenida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PF1822 · Video de bienvenida</dc:title>
  <dc:creator>licitacion-td-2026</dc:creator>
  <dcterms:created xsi:type="dcterms:W3CDTF">2026-10-02T04:01:28Z</dcterms:created>
</cp:coreProperties>
</file>