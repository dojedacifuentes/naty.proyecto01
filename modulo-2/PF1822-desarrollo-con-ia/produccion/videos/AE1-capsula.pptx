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 doy la bienvenida a la cápsula 1 del módulo 2: Modelos generativos y su ecosistema. "Qué hace un modelo generativo y dónde encaja en una aplicación". El caso: el resumidor de tickets de Nube Sur.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IA generativa frente a IA tradicional. La IA tradicional basada en reglas decide con condiciones escritas por personas; la generativa produce contenido nuevo (texto, código, imágenes) aprendido de datos.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Tipos por lo que generan. Texto, imagen, audio y video.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Familias técnicas. Autorregresivos: generan token a token (texto y código). De difusión: parten de ruido y lo refinan (imágenes, audio). Transformers: la arquitectura detrás de la mayoría de los modelos de lenguaje actuales. Ver el cuadro.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Casos de uso. Generación de texto y de código, síntesis de imágenes, preguntas y respuestas, resúmenes, generación de pruebas.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Arquitecturas. Solicitud–respuesta (una llamada, una respuesta) y pipelines (varias etapas encadenadas: limpiar, luego generar, luego evaluar, luego guardar).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Componentes. Cliente, servidor API, módulo de preprocesamiento, modelo de IA, base de datos o vector store. Flujo de datos de extremo a extremo con el ticket de ejemplo.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Tecnologías y bibliotecas. API de OpenAI, Hugging Face Transformers, TensorFlow, PyTorch, LangChain, Diffusers: qué resuelve cada una y en qué módulo del plan se vuelve a ver.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Elegir una arquitectura. Criterios: escalabilidad (¿aguanta 10 veces más tickets?), seguridad (¿dónde están la clave y los datos personales?), costo (tokens por ticket) y mantenimiento (¿se puede cambiar de modelo sin reescribir todo?).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Tu tarea. Diagrama del resumidor y su justificación: actividad 1, parte 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Cápsula 1: Modelos generativos y su ecosistema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"Qué hace un modelo generativo y dónde encaja en una aplicación". El caso: el resumidor de tickets de Nube Sur.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IA generativa frente a IA tradicional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La IA tradicional basada en reglas decide con condiciones escritas por personas; la generativa </a:t>
            </a:r>
            <a:r>
              <a:rPr lang="es-CL" sz="2400" b="1" dirty="0">
                <a:solidFill>
                  <a:srgbClr val="1F2937"/>
                </a:solidFill>
              </a:rPr>
              <a:t>produce contenido nuevo</a:t>
            </a:r>
            <a:r>
              <a:rPr lang="es-CL" sz="2400" dirty="0">
                <a:solidFill>
                  <a:srgbClr val="1F2937"/>
                </a:solidFill>
              </a:rPr>
              <a:t> (texto, código, imágenes) aprendido de datos.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Tipos por lo que generan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Texto, imagen, audio y video.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Familias técnicas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Autorregresivos</a:t>
            </a:r>
            <a:r>
              <a:rPr lang="es-CL" sz="2000" dirty="0">
                <a:solidFill>
                  <a:srgbClr val="1F2937"/>
                </a:solidFill>
              </a:rPr>
              <a:t>: generan token a token (texto y código).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De difusión</a:t>
            </a:r>
            <a:r>
              <a:rPr lang="es-CL" sz="2000" dirty="0">
                <a:solidFill>
                  <a:srgbClr val="1F2937"/>
                </a:solidFill>
              </a:rPr>
              <a:t>: parten de ruido y lo refinan (imágenes, audio).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b="1" dirty="0">
                <a:solidFill>
                  <a:srgbClr val="1F2937"/>
                </a:solidFill>
              </a:rPr>
              <a:t>Transformers</a:t>
            </a:r>
            <a:r>
              <a:rPr lang="es-CL" sz="2000" dirty="0">
                <a:solidFill>
                  <a:srgbClr val="1F2937"/>
                </a:solidFill>
              </a:rPr>
              <a:t>: la arquitectura detrás de la mayoría de los modelos de lenguaje actuales.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Ver el cuadro R04.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Casos de uso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Generación de texto y de código, síntesis de imágenes, preguntas y respuestas, resúmenes, generación de pruebas.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Arquitecturas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b="1" dirty="0">
                <a:solidFill>
                  <a:srgbClr val="1F2937"/>
                </a:solidFill>
              </a:rPr>
              <a:t>Solicitud–respuesta</a:t>
            </a:r>
            <a:r>
              <a:rPr lang="es-CL" sz="2400" dirty="0">
                <a:solidFill>
                  <a:srgbClr val="1F2937"/>
                </a:solidFill>
              </a:rPr>
              <a:t> (una llamada, una respuesta) y </a:t>
            </a:r>
            <a:r>
              <a:rPr lang="es-CL" sz="2400" b="1" dirty="0">
                <a:solidFill>
                  <a:srgbClr val="1F2937"/>
                </a:solidFill>
              </a:rPr>
              <a:t>pipelines</a:t>
            </a:r>
            <a:r>
              <a:rPr lang="es-CL" sz="2400" dirty="0">
                <a:solidFill>
                  <a:srgbClr val="1F2937"/>
                </a:solidFill>
              </a:rPr>
              <a:t> (varias etapas encadenadas: limpiar → generar → evaluar → guardar).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Componentes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Cliente · servidor API · módulo de preprocesamiento · modelo de IA · base de datos o vector store.</a:t>
            </a:r>
          </a:p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Flujo de datos de extremo a extremo con el ticket de ejemplo.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Tecnologías y bibliotecas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API de OpenAI · Hugging Face Transformers · TensorFlow · PyTorch · LangChain · Diffusers: qué resuelve cada una y en qué módulo del plan se vuelve a ver.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Elegir una arquitectura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000" dirty="0">
                <a:solidFill>
                  <a:srgbClr val="1F2937"/>
                </a:solidFill>
              </a:rPr>
              <a:t>Criterios: </a:t>
            </a:r>
            <a:r>
              <a:rPr lang="es-CL" sz="2000" b="1" dirty="0">
                <a:solidFill>
                  <a:srgbClr val="1F2937"/>
                </a:solidFill>
              </a:rPr>
              <a:t>escalabilidad</a:t>
            </a:r>
            <a:r>
              <a:rPr lang="es-CL" sz="2000" dirty="0">
                <a:solidFill>
                  <a:srgbClr val="1F2937"/>
                </a:solidFill>
              </a:rPr>
              <a:t> (¿aguanta 10 veces más tickets?), </a:t>
            </a:r>
            <a:r>
              <a:rPr lang="es-CL" sz="2000" b="1" dirty="0">
                <a:solidFill>
                  <a:srgbClr val="1F2937"/>
                </a:solidFill>
              </a:rPr>
              <a:t>seguridad</a:t>
            </a:r>
            <a:r>
              <a:rPr lang="es-CL" sz="2000" dirty="0">
                <a:solidFill>
                  <a:srgbClr val="1F2937"/>
                </a:solidFill>
              </a:rPr>
              <a:t> (¿dónde están la clave y los datos personales?), </a:t>
            </a:r>
            <a:r>
              <a:rPr lang="es-CL" sz="2000" b="1" dirty="0">
                <a:solidFill>
                  <a:srgbClr val="1F2937"/>
                </a:solidFill>
              </a:rPr>
              <a:t>costo</a:t>
            </a:r>
            <a:r>
              <a:rPr lang="es-CL" sz="2000" dirty="0">
                <a:solidFill>
                  <a:srgbClr val="1F2937"/>
                </a:solidFill>
              </a:rPr>
              <a:t> (tokens por ticket) y </a:t>
            </a:r>
            <a:r>
              <a:rPr lang="es-CL" sz="2000" b="1" dirty="0">
                <a:solidFill>
                  <a:srgbClr val="1F2937"/>
                </a:solidFill>
              </a:rPr>
              <a:t>mantenimiento</a:t>
            </a:r>
            <a:r>
              <a:rPr lang="es-CL" sz="2000" dirty="0">
                <a:solidFill>
                  <a:srgbClr val="1F2937"/>
                </a:solidFill>
              </a:rPr>
              <a:t> (¿se puede cambiar de modelo sin reescribir todo?).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Tu tarea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Diagrama del resumidor y su justificación: actividad 1, parte A.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Cápsula 1 · AE1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10</Slides>
  <Notes>10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Cápsula 1 · Modelos generativos y su ecosistema</dc:title>
  <dc:creator>licitacion-td-2026</dc:creator>
  <dcterms:created xsi:type="dcterms:W3CDTF">2026-09-25T01:47:41Z</dcterms:created>
</cp:coreProperties>
</file>