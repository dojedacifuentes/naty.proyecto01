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0"/>
    <p:sldId id="257" r:id="rId11"/>
    <p:sldId id="258" r:id="rId12"/>
    <p:sldId id="259" r:id="rId13"/>
    <p:sldId id="260" r:id="rId14"/>
    <p:sldId id="261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Hola. Te damos la bienvenida al curso Especialización en desarrollo con IA: 190 horas, completamente en línea.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Hoy casi toda aplicación nueva quiere hablar con un modelo de lenguaje. Pero conectar un modelo, darle buen contexto, cuidar la seguridad y llevarlo a producción es trabajo de desarrollo, y es lo que vas a aprender aquí.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La competencia de este curso es desarrollar aplicaciones funcionales que integren inteligencia artificial generativa, utilizando modelos de lenguaje, herramientas de orquestación, almacenamiento vectorial y servicios backend, aplicando principios éticos y de seguridad, de acuerdo con los requerimientos de un entorno organizacional o productivo.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El camino tiene nueve módulos. Empiezas con la orientación al perfil y la metodología del curso. Siguen los módulos técnicos: modelos generativos y consumo por API, orquestación de flujos y agentes con frameworks, recuperación aumentada por generación y almacenamiento vectorial, fine-tuning y personalización de modelos, MLOps, monitoreo, seguridad y gobernanza, y un proyecto integrador. Cierras con tu portafolio y tu plan de empleabilidad.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Aquí se aprende haciendo: en cada módulo resuelves el caso de una empresa con código que funciona, y lo que construyes queda en tu portafolio. El curso te prepara para trabajar en startups, equipos de producto, consultoras tecnológicas, áreas de innovación, fintechs y healthtechs.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Tu tutor te acompaña en las sesiones en vivo, en el foro y en la revisión de tu código. Tu primer paso: entra al módulo 1 y conoce tu ruta. Te damos la bienvenida.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24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D5E"/>
          </a:solidFill>
          <a:ln>
            <a:noFill/>
          </a:ln>
        </p:spPr>
      </p:sp>
      <p:sp>
        <p:nvSpPr>
          <p:cNvPr id="3" name="Franja 3"/>
          <p:cNvSpPr/>
          <p:nvPr/>
        </p:nvSpPr>
        <p:spPr>
          <a:xfrm>
            <a:off x="609600" y="3276600"/>
            <a:ext cx="1524000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4" name="Título"/>
          <p:cNvSpPr txBox="1"/>
          <p:nvPr/>
        </p:nvSpPr>
        <p:spPr>
          <a:xfrm>
            <a:off x="609600" y="1219200"/>
            <a:ext cx="7315200" cy="19812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4000" b="1" dirty="0">
                <a:solidFill>
                  <a:srgbClr val="FFFFFF"/>
                </a:solidFill>
              </a:rPr>
              <a:t>Especialización en Desarrollo con IA</a:t>
            </a:r>
          </a:p>
        </p:txBody>
      </p:sp>
      <p:sp>
        <p:nvSpPr>
          <p:cNvPr id="5" name="Subtítulo"/>
          <p:cNvSpPr txBox="1"/>
          <p:nvPr/>
        </p:nvSpPr>
        <p:spPr>
          <a:xfrm>
            <a:off x="609600" y="3505200"/>
            <a:ext cx="7315200" cy="18288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2200" dirty="0">
                <a:solidFill>
                  <a:srgbClr val="E5E7EB"/>
                </a:solidFill>
              </a:rPr>
              <a:t>PF1822 · Curso completo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CBD5E1"/>
                </a:solidFill>
              </a:rPr>
              <a:t>PF1822 · Bienvenida al curso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2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Un editor de código junto a un chat que responde; un ticket que se resume solo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Bienvenida al curso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3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La competencia del curso en pantalla, textual del plan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Bienvenida al curso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4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Ruta del curso: los 9 módulos en una línea de tiempo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Bienvenida al curso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5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Un repositorio que suma carpetas, una por módulo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Bienvenida al curso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6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Presentador; en pantalla el botón "Empezar módulo 1"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Bienvenida al curso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licitacion-td-2026</Application>
  <Slides>6</Slides>
  <Notes>6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PF1822 · Video de bienvenida al curso</dc:title>
  <dc:creator>licitacion-td-2026</dc:creator>
  <dcterms:created xsi:type="dcterms:W3CDTF">2026-10-02T04:01:28Z</dcterms:created>
</cp:coreProperties>
</file>