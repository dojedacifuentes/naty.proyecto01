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Te damos la bienvenida al curso Especialización en desarrollo con IA: 190 horas, completamente en línea.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Hoy casi toda aplicación nueva quiere hablar con un modelo de lenguaje. Pero conectar un modelo, darle buen contexto, cuidar la seguridad y llevarlo a producción es trabajo de desarrollo, y es lo que vas a aprender aquí.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competencia de este curso es desarrollar aplicaciones funcionales que integren inteligencia artificial generativa, utilizando modelos de lenguaje, herramientas de orquestación, almacenamiento vectorial y servicios backend, aplicando principios éticos y de seguridad, de acuerdo con los requerimientos de un entorno organizacional o productivo.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 camino tiene nueve módulos. Empiezas con la orientación al perfil y la metodología del curso. Siguen los módulos técnicos: modelos generativos y consumo por API, orquestación de flujos y agentes con frameworks, recuperación aumentada por generación y almacenamiento vectorial, fine-tuning y personalización de modelos, MLOps, monitoreo, seguridad y gobernanza, y un proyecto integrador. Cierras con tu portafolio y tu plan de empleabilidad.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Aquí se aprende haciendo: en cada módulo resuelves el caso de una empresa con código que funciona, y lo que construyes queda en tu portafolio. El curso te prepara para trabajar en startups, equipos de producto, consultoras tecnológicas, áreas de innovación, fintechs y healthtechs.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tutor te acompaña en las sesiones en vivo, en el foro y en la revisión de tu código. Tu primer paso: entra al módulo 1 y conoce tu ruta. Te damos la bienvenida.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Especialización en Desarrollo con IA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PF1822 · Curso completo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Un editor de código junto a un chat que responde; un ticket que se resume solo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La competencia del curso en pantalla, textual del plan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Ruta del curso: los 9 módulos en una línea de tiempo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Un repositorio que suma carpetas, una por módulo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en pantalla el botón "Empezar módulo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Bienvenida al 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Video de bienvenida al curso</dc:title>
  <dc:creator>licitacion-td-2026</dc:creator>
  <dcterms:created xsi:type="dcterms:W3CDTF">2026-09-27T04:51:17Z</dcterms:created>
</cp:coreProperties>
</file>