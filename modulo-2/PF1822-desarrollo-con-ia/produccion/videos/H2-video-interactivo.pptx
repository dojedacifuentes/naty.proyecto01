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endParaRPr lang="es-C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Entre este ticket y este resumen hay tres cosas: una solicitud HTTP, un prompt y unos parámetros. Vamos a verlas en orden.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documentación siempre te dice tres cosas: la URL, cómo te autenticas y qué campos lleva el cuerpo. Aquí: model, messages con sus roles y parámetros opcionales como temperature.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La respuesta trae el texto dentro de choices, y el consumo en usage. Si la API responde con error, no hay choices: por eso primero se mira el código de estado.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Zero-shot: solo la instrucción. Few-shot: la instrucción más ejemplos de lo que esperas. Los ejemplos enseñan el formato mejor que cualquier explicación, pero gastan tokens.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temperature controla cuánto se arriesga el modelo. Para resumir, bajo. Para lluvia de ideas, más alto. max_tokens corta la respuesta; top_p es otra forma de acotar la variedad: ajusta uno de los dos, no ambos a la vez.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Los modelos pueden inventar con total seguridad. Por eso el prompt dice 'no agregues datos que no estén en el ticket', y por eso vas a medir.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dirty="0"/>
              <a:t>Cada cambio de prompt, a la tabla: qué cambiaste y qué pasó. Así se decide con evidencia.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200"/>
      </a:lvl1pPr>
    </p:titleStyle>
    <p:bodyStyle>
      <a:lvl1pPr>
        <a:defRPr sz="24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</p:sp>
      <p:sp>
        <p:nvSpPr>
          <p:cNvPr id="3" name="Franja 3"/>
          <p:cNvSpPr/>
          <p:nvPr/>
        </p:nvSpPr>
        <p:spPr>
          <a:xfrm>
            <a:off x="609600" y="3276600"/>
            <a:ext cx="1524000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4" name="Título"/>
          <p:cNvSpPr txBox="1"/>
          <p:nvPr/>
        </p:nvSpPr>
        <p:spPr>
          <a:xfrm>
            <a:off x="609600" y="1219200"/>
            <a:ext cx="7315200" cy="19812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4000" b="1" dirty="0">
                <a:solidFill>
                  <a:srgbClr val="FFFFFF"/>
                </a:solidFill>
              </a:rPr>
              <a:t>Video interactivo Del prompt a la respuesta</a:t>
            </a:r>
          </a:p>
        </p:txBody>
      </p:sp>
      <p:sp>
        <p:nvSpPr>
          <p:cNvPr id="5" name="Subtítulo"/>
          <p:cNvSpPr txBox="1"/>
          <p:nvPr/>
        </p:nvSpPr>
        <p:spPr>
          <a:xfrm>
            <a:off x="609600" y="3505200"/>
            <a:ext cx="7315200" cy="18288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2200" dirty="0">
                <a:solidFill>
                  <a:srgbClr val="E5E7EB"/>
                </a:solidFill>
              </a:rPr>
              <a:t>Video interactivo · Especialización en Desarrollo con IA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CBD5E1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2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La documentación oficial del endpoint de chat, con la solicitud de ejemplo resaltada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3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La respuesta JSON de ejemplo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4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Dos prompts lado a lado: zero-shot y few-shot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5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La misma solicitud con temperature 0,2 y 0,9, tres veces cada una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6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Un resumen que inventa un dato que no estaba en el ticket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nja 2"/>
          <p:cNvSpPr/>
          <p:nvPr/>
        </p:nvSpPr>
        <p:spPr>
          <a:xfrm>
            <a:off x="0" y="0"/>
            <a:ext cx="12192000" cy="152400"/>
          </a:xfrm>
          <a:prstGeom prst="rect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3" name="Título"/>
          <p:cNvSpPr txBox="1"/>
          <p:nvPr/>
        </p:nvSpPr>
        <p:spPr>
          <a:xfrm>
            <a:off x="609600" y="381000"/>
            <a:ext cx="7315200" cy="990600"/>
          </a:xfrm>
          <a:prstGeom prst="rect">
            <a:avLst/>
          </a:prstGeom>
          <a:noFill/>
        </p:spPr>
        <p:txBody>
          <a:bodyPr wrap="square" lIns="0" rIns="0" anchor="b">
            <a:normAutofit/>
          </a:bodyPr>
          <a:lstStyle/>
          <a:p>
            <a:r>
              <a:rPr lang="es-CL" sz="3200" b="1" dirty="0">
                <a:solidFill>
                  <a:srgbClr val="0F3D5E"/>
                </a:solidFill>
              </a:rPr>
              <a:t>Escena 7</a:t>
            </a:r>
          </a:p>
        </p:txBody>
      </p:sp>
      <p:sp>
        <p:nvSpPr>
          <p:cNvPr id="4" name="Franja 4"/>
          <p:cNvSpPr/>
          <p:nvPr/>
        </p:nvSpPr>
        <p:spPr>
          <a:xfrm>
            <a:off x="609600" y="1447800"/>
            <a:ext cx="106680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</p:sp>
      <p:sp>
        <p:nvSpPr>
          <p:cNvPr id="5" name="Contenido"/>
          <p:cNvSpPr txBox="1"/>
          <p:nvPr/>
        </p:nvSpPr>
        <p:spPr>
          <a:xfrm>
            <a:off x="609600" y="1676400"/>
            <a:ext cx="7315200" cy="44196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pPr marL="342900" indent="-342900">
              <a:spcBef>
                <a:spcPts val="900"/>
              </a:spcBef>
              <a:buClr>
                <a:srgbClr val="0E7490"/>
              </a:buClr>
              <a:buFont typeface="Arial"/>
              <a:buChar char="•"/>
            </a:pPr>
            <a:r>
              <a:rPr lang="es-CL" sz="2400" dirty="0">
                <a:solidFill>
                  <a:srgbClr val="1F2937"/>
                </a:solidFill>
              </a:rPr>
              <a:t>Pantalla sugerida (reemplazar antes de grabar): La tabla de iteraciones de la actividad 2</a:t>
            </a:r>
          </a:p>
        </p:txBody>
      </p:sp>
      <p:sp>
        <p:nvSpPr>
          <p:cNvPr id="6" name="Pie"/>
          <p:cNvSpPr txBox="1"/>
          <p:nvPr/>
        </p:nvSpPr>
        <p:spPr>
          <a:xfrm>
            <a:off x="609600" y="6248400"/>
            <a:ext cx="7315200" cy="381000"/>
          </a:xfrm>
          <a:prstGeom prst="rect">
            <a:avLst/>
          </a:prstGeom>
          <a:noFill/>
        </p:spPr>
        <p:txBody>
          <a:bodyPr wrap="square" lIns="0" rIns="0" anchor="t">
            <a:normAutofit/>
          </a:bodyPr>
          <a:lstStyle/>
          <a:p>
            <a:r>
              <a:rPr lang="es-CL" sz="1200" dirty="0">
                <a:solidFill>
                  <a:srgbClr val="6B7280"/>
                </a:solidFill>
              </a:rPr>
              <a:t>PF1822 · Módulo 2 · Herramienta didáctica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dulo 2">
  <a:themeElements>
    <a:clrScheme name="Modulo 2">
      <a:dk1>
        <a:srgbClr val="1F2937"/>
      </a:dk1>
      <a:lt1>
        <a:srgbClr val="FFFFFF"/>
      </a:lt1>
      <a:dk2>
        <a:srgbClr val="0F3D5E"/>
      </a:dk2>
      <a:lt2>
        <a:srgbClr val="F3F4F6"/>
      </a:lt2>
      <a:accent1>
        <a:srgbClr val="0E7490"/>
      </a:accent1>
      <a:accent2>
        <a:srgbClr val="F59E0B"/>
      </a:accent2>
      <a:accent3>
        <a:srgbClr val="10B981"/>
      </a:accent3>
      <a:accent4>
        <a:srgbClr val="6366F1"/>
      </a:accent4>
      <a:accent5>
        <a:srgbClr val="EF4444"/>
      </a:accent5>
      <a:accent6>
        <a:srgbClr val="64748B"/>
      </a:accent6>
      <a:hlink>
        <a:srgbClr val="0563C1"/>
      </a:hlink>
      <a:folHlink>
        <a:srgbClr val="954F72"/>
      </a:folHlink>
    </a:clrScheme>
    <a:fontScheme name="Modulo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odulo 2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licitacion-td-2026</Application>
  <Slides>7</Slides>
  <Notes>7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PF1822 · Video interactivo Del prompt a la respuesta</dc:title>
  <dc:creator>licitacion-td-2026</dc:creator>
  <dcterms:created xsi:type="dcterms:W3CDTF">2026-09-25T02:10:07Z</dcterms:created>
</cp:coreProperties>
</file>