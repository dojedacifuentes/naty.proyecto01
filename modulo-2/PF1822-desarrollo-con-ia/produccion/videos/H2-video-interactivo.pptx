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Entre este ticket y este resumen hay tres cosas: una solicitud HTTP, un prompt y unos parámetros. Vamos a verlas en orden.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La documentación siempre te dice tres cosas: la URL, cómo te autenticas y qué campos lleva el cuerpo. Aquí: model, messages con sus roles y parámetros opcionales como temperature.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La respuesta trae el texto dentro de choices, y el consumo en usage. Si la API responde con error, no hay choices: por eso primero se mira el código de estado.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Zero-shot: solo la instrucción. Few-shot: la instrucción más ejemplos de lo que esperas. Los ejemplos enseñan el formato mejor que cualquier explicación, pero gastan tokens.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temperature controla cuánto se arriesga el modelo. Para resumir, bajo. Para lluvia de ideas, más alto. max_tokens corta la respuesta; top_p es otra forma de acotar la variedad: ajusta uno de los dos, no ambos a la vez.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Los modelos pueden inventar con total seguridad. Por eso el prompt dice 'no agregues datos que no estén en el ticket', y por eso vas a medir.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Cada cambio de prompt, a la tabla: qué cambiaste y qué pasó. Así se decide con evidencia.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Video interactivo Del prompt a la respuesta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Video interactivo · Especialización en Desarrollo con IA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PF1822 · Módulo 2 · Herramienta didáctica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La documentación oficial del endpoint de chat, con la solicitud de ejemplo resaltada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Herramienta didáctica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3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La respuesta JSON de ejemplo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Herramienta didáctica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Dos prompts lado a lado: zero-shot y few-shot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Herramienta didáctica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5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La misma solicitud con temperature 0,2 y 0,9, tres veces cada una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Herramienta didáctica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6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Un resumen que inventa un dato que no estaba en el ticket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Herramienta didáctica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7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La tabla de iteraciones de la actividad 2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Herramienta didáctica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7</Slides>
  <Notes>7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PF1822 · Video interactivo Del prompt a la respuesta</dc:title>
  <dc:creator>licitacion-td-2026</dc:creator>
  <dcterms:created xsi:type="dcterms:W3CDTF">2026-10-02T04:01:28Z</dcterms:created>
</cp:coreProperties>
</file>