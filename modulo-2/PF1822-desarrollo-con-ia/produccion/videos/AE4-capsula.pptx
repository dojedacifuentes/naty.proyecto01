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4 del módulo 2: Preparar y medir texto. "Basura entra, basura sale: limpiar antes, medir después".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Conceptos básicos de NLP. Token (unidad que procesa el modelo), palabra, lema (forma de diccionario), stopwords (palabras frecuentes con poco contenido), n-gramas (secuencias de n tokens).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Limpieza. Quitar HTML, caracteres especiales, firmas y ruido; reemplazar correos y enlaces por marcas. Cuidado con no borrar el problema que reporta el ticket.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Normalización. Mayúsculas y minúsculas, espacios, estandarización de texto; tildes solo para comparar al medir.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Tokenizar, lematizar, stemming. spaCy (es_core_news_sm) y NLTK. Lematizar: "corriendo", luego "correr"; stemming: recorta la raíz.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Vectorización básica. CountVectorizer y TF-IDF de scikit-learn: representar textos como números para compararlos.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Un pipeline modular. Funciones reutilizables por etapa (limpiar, tokenizar, ngramas, medir) que se encadenan y se prueban por separado.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Métricas de calidad. ROUGE (cuánto de la referencia aparece en el resumen), BLEU (cuánto del resumen aparece en la referencia, con penalización por largo), coherencia y relevancia con pauta humana. En español, usar un tokenizador que respete las tildes.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Registrar y ajustar. Una fila por prueba en un CSV; identificar ajustes a partir de los números.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Actividad 2, pasos 1, 4 y 5.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4: Preparar y medir texto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"Basura entra, basura sale: limpiar antes, medir después".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Conceptos básicos de NLP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Token</a:t>
            </a:r>
            <a:r>
              <a:rPr lang="es-CL" sz="2400" dirty="0">
                <a:solidFill>
                  <a:srgbClr val="1F2937"/>
                </a:solidFill>
              </a:rPr>
              <a:t> (unidad que procesa el modelo), palabra, </a:t>
            </a:r>
            <a:r>
              <a:rPr lang="es-CL" sz="2400" b="1" dirty="0">
                <a:solidFill>
                  <a:srgbClr val="1F2937"/>
                </a:solidFill>
              </a:rPr>
              <a:t>lema</a:t>
            </a:r>
            <a:r>
              <a:rPr lang="es-CL" sz="2400" dirty="0">
                <a:solidFill>
                  <a:srgbClr val="1F2937"/>
                </a:solidFill>
              </a:rPr>
              <a:t> (forma de diccionario), </a:t>
            </a:r>
            <a:r>
              <a:rPr lang="es-CL" sz="2400" b="1" dirty="0">
                <a:solidFill>
                  <a:srgbClr val="1F2937"/>
                </a:solidFill>
              </a:rPr>
              <a:t>stopwords</a:t>
            </a:r>
            <a:r>
              <a:rPr lang="es-CL" sz="2400" dirty="0">
                <a:solidFill>
                  <a:srgbClr val="1F2937"/>
                </a:solidFill>
              </a:rPr>
              <a:t> (palabras frecuentes con poco contenido), </a:t>
            </a:r>
            <a:r>
              <a:rPr lang="es-CL" sz="2400" b="1" dirty="0">
                <a:solidFill>
                  <a:srgbClr val="1F2937"/>
                </a:solidFill>
              </a:rPr>
              <a:t>n-gramas</a:t>
            </a:r>
            <a:r>
              <a:rPr lang="es-CL" sz="2400" dirty="0">
                <a:solidFill>
                  <a:srgbClr val="1F2937"/>
                </a:solidFill>
              </a:rPr>
              <a:t> (secuencias de n tokens).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Limpieza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Quitar HTML, caracteres especiales, firmas y ruido; reemplazar correos y enlaces por marcas.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Cuidado con no borrar el problema que reporta el ticket.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Normalización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Mayúsculas y minúsculas, espacios, estandarización de texto; tildes solo para comparar al medir.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Tokenizar, lematizar, stemming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spaCy (es_core_news_sm) y NLTK.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Lematizar: "corriendo" → "correr"; stemming: recorta la raíz.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Vectorización básica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CountVectorizer y TF-IDF de scikit-learn: representar textos como números para compararlos.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Un pipeline modular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Funciones reutilizables por etapa (limpiar, tokenizar, ngramas, medir) que se encadenan y se prueban por separado.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Métricas de calidad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ROUGE</a:t>
            </a:r>
            <a:r>
              <a:rPr lang="es-CL" sz="2000" dirty="0">
                <a:solidFill>
                  <a:srgbClr val="1F2937"/>
                </a:solidFill>
              </a:rPr>
              <a:t> (cuánto de la referencia aparece en el resumen), </a:t>
            </a:r>
            <a:r>
              <a:rPr lang="es-CL" sz="2000" b="1" dirty="0">
                <a:solidFill>
                  <a:srgbClr val="1F2937"/>
                </a:solidFill>
              </a:rPr>
              <a:t>BLEU</a:t>
            </a:r>
            <a:r>
              <a:rPr lang="es-CL" sz="2000" dirty="0">
                <a:solidFill>
                  <a:srgbClr val="1F2937"/>
                </a:solidFill>
              </a:rPr>
              <a:t> (cuánto del resumen aparece en la referencia, con penalización por largo), </a:t>
            </a:r>
            <a:r>
              <a:rPr lang="es-CL" sz="2000" b="1" dirty="0">
                <a:solidFill>
                  <a:srgbClr val="1F2937"/>
                </a:solidFill>
              </a:rPr>
              <a:t>coherencia</a:t>
            </a:r>
            <a:r>
              <a:rPr lang="es-CL" sz="2000" dirty="0">
                <a:solidFill>
                  <a:srgbClr val="1F2937"/>
                </a:solidFill>
              </a:rPr>
              <a:t> y </a:t>
            </a:r>
            <a:r>
              <a:rPr lang="es-CL" sz="2000" b="1" dirty="0">
                <a:solidFill>
                  <a:srgbClr val="1F2937"/>
                </a:solidFill>
              </a:rPr>
              <a:t>relevancia</a:t>
            </a:r>
            <a:r>
              <a:rPr lang="es-CL" sz="2000" dirty="0">
                <a:solidFill>
                  <a:srgbClr val="1F2937"/>
                </a:solidFill>
              </a:rPr>
              <a:t> con pauta humana.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En español, usar un tokenizador que respete las tildes.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Registrar y ajustar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Una fila por prueba en un CSV; identificar ajustes a partir de los números.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Actividad 2, pasos 1, 4 y 5.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4 · AE4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Cápsula 4 · Preparar y medir texto</dc:title>
  <dc:creator>licitacion-td-2026</dc:creator>
  <dcterms:created xsi:type="dcterms:W3CDTF">2026-09-25T02:10:07Z</dcterms:created>
</cp:coreProperties>
</file>