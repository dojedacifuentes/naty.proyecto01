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2 del módulo 2: Consumir modelos por API. "Hablar con un modelo es hacer una solicitud HTTP bien hecha".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REST en dos métodos. GET para leer (listar modelos); POST para enviar datos y pedir un resultado (generar, obtener embeddings).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Leer la documentación oficial. Cómo están organizados los manuales de OpenAI y de Hugging Face: referencia de la API, guías, ejemplos. En cada endpoint buscar URL, autenticación, cuerpo y respuesta.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Endpoints de generación y de embeddings. Generación: messages con roles, luego texto en choices y consumo en usage. Embeddings: input, luego un vector por texto en data.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Autenticación y variables de entorno. Encabezado Authorization: Bearer &lt;clave&gt;; la clave vive en una variable de entorno o en los Secrets del entorno, nunca en el código ni en el repositorio.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requests y httpx. Las dos bibliotecas hacen lo mismo en lo básico; httpx suma tiempos de espera claros y una forma sencilla de simular la API en pruebas.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Cuerpos JSON y lectura de la respuesta. Armar el diccionario, enviarlo con json=, leer respuesta.json(). Siempre mirar primero status_code.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Errores del servicio. 401 clave inválida, 429 demasiadas solicitudes (esperar y reintentar), 5xx falla del proveedor. Un mensaje claro vale más que un programa que se cae.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Modularizar, documentar y probar. Una clase que encapsula las llamadas, con docstrings, y pruebas unitarias que simulan la API para correr sin conexión ni costo.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Notebook guiado y actividad 1, parte B: ClienteIA.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2: Consumir modelos por API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"Hablar con un modelo es hacer una solicitud HTTP bien hecha".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REST en dos métodos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GET</a:t>
            </a:r>
            <a:r>
              <a:rPr lang="es-CL" sz="2400" dirty="0">
                <a:solidFill>
                  <a:srgbClr val="1F2937"/>
                </a:solidFill>
              </a:rPr>
              <a:t> para leer (listar modelos); </a:t>
            </a:r>
            <a:r>
              <a:rPr lang="es-CL" sz="2400" b="1" dirty="0">
                <a:solidFill>
                  <a:srgbClr val="1F2937"/>
                </a:solidFill>
              </a:rPr>
              <a:t>POST</a:t>
            </a:r>
            <a:r>
              <a:rPr lang="es-CL" sz="2400" dirty="0">
                <a:solidFill>
                  <a:srgbClr val="1F2937"/>
                </a:solidFill>
              </a:rPr>
              <a:t> para enviar datos y pedir un resultado (generar, obtener embeddings).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Leer la documentación oficial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Cómo están organizados los manuales de OpenAI y de Hugging Face: referencia de la API, guías, ejemplos.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En cada endpoint buscar URL, autenticación, cuerpo y respuesta.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Endpoints de generación y de embeddings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Generación: messages con roles → texto en choices y consumo en usage.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Embeddings: input → un vector por texto en data.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Autenticación y variables de entorno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Encabezado Authorization: Bearer &lt;clave&gt;; la clave vive en una variable de entorno o en los Secrets del entorno, nunca en el código ni en el repositorio.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requests y httpx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Las dos bibliotecas hacen lo mismo en lo básico; httpx suma tiempos de espera claros y una forma sencilla de simular la API en pruebas.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Cuerpos JSON y lectura de la respuesta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Armar el diccionario, enviarlo con json=, leer respuesta.json().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Siempre mirar primero status_code.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Errores del servicio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401 clave inválida · 429 demasiadas solicitudes (esperar y reintentar) · 5xx falla del proveedor.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 mensaje claro vale más que un programa que se cae.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Modularizar, documentar y probar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Una clase que encapsula las llamadas, con docstrings, y pruebas unitarias que simulan la API para correr sin conexión ni costo.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Notebook guiado R05 y actividad 1, parte B: ClienteIA.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Cápsula 2 · Consumir modelos por API</dc:title>
  <dc:creator>licitacion-td-2026</dc:creator>
  <dcterms:created xsi:type="dcterms:W3CDTF">2026-09-25T01:47:41Z</dcterms:created>
</cp:coreProperties>
</file>