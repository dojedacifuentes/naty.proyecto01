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3 del módulo 2: Diseño de prompts. "El prompt es la especificación".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Qué es un prompt. La entrada que le dice al modelo qué hacer. Estructura: mensaje de sistema (rol y reglas) y mensaje de usuario (la tarea y los datos).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de prompting. Zero-shot: solo instrucciones. Few-shot: instrucciones más ejemplos de entrada y salida. Instruccional: pasos explícitos a seguir.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Buenas prácticas. Claridad, rol definido, contexto suficiente, restricciones explícitas, evitar ambigüedad.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Formato de salida. Pedir listas, JSON o tablas cuando otro programa va a leer la respuesta.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Ejemplos prácticos. Un prompt para generar código, uno para resumir, uno para validar y uno para reformular, con su salida.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Parámetros. temperature (variedad), max_tokens (largo máximo), top_p (acota las opciones). Para resúmenes, temperature baja.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Limitaciones. Alucinaciones, falta de control, sensibilidad a la redacción: un cambio pequeño de palabras cambia la respuesta.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Iterar. Cambiar una cosa a la vez, anotar qué cambió y qué efecto tuvo, y decidir con los resultados.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Video interactivo y actividad 2, pasos 2 y 3.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3: Diseño de prompts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"El prompt es la especificación".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Qué es un prompt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entrada que le dice al modelo qué hacer.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Estructura: mensaje de </a:t>
            </a:r>
            <a:r>
              <a:rPr lang="es-CL" sz="2400" b="1" dirty="0">
                <a:solidFill>
                  <a:srgbClr val="1F2937"/>
                </a:solidFill>
              </a:rPr>
              <a:t>sistema</a:t>
            </a:r>
            <a:r>
              <a:rPr lang="es-CL" sz="2400" dirty="0">
                <a:solidFill>
                  <a:srgbClr val="1F2937"/>
                </a:solidFill>
              </a:rPr>
              <a:t> (rol y reglas) y mensaje de </a:t>
            </a:r>
            <a:r>
              <a:rPr lang="es-CL" sz="2400" b="1" dirty="0">
                <a:solidFill>
                  <a:srgbClr val="1F2937"/>
                </a:solidFill>
              </a:rPr>
              <a:t>usuario</a:t>
            </a:r>
            <a:r>
              <a:rPr lang="es-CL" sz="2400" dirty="0">
                <a:solidFill>
                  <a:srgbClr val="1F2937"/>
                </a:solidFill>
              </a:rPr>
              <a:t> (la tarea y los datos).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Tipos de prompting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Zero-shot</a:t>
            </a:r>
            <a:r>
              <a:rPr lang="es-CL" sz="2400" dirty="0">
                <a:solidFill>
                  <a:srgbClr val="1F2937"/>
                </a:solidFill>
              </a:rPr>
              <a:t>: solo instrucciones.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Few-shot</a:t>
            </a:r>
            <a:r>
              <a:rPr lang="es-CL" sz="2400" dirty="0">
                <a:solidFill>
                  <a:srgbClr val="1F2937"/>
                </a:solidFill>
              </a:rPr>
              <a:t>: instrucciones más ejemplos de entrada y salida.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Instruccional</a:t>
            </a:r>
            <a:r>
              <a:rPr lang="es-CL" sz="2400" dirty="0">
                <a:solidFill>
                  <a:srgbClr val="1F2937"/>
                </a:solidFill>
              </a:rPr>
              <a:t>: pasos explícitos a seguir.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Buenas prácticas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Claridad, rol definido, contexto suficiente, restricciones explícitas, evitar ambigüedad.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Formato de salida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Pedir listas, JSON o tablas cuando otro programa va a leer la respuesta.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Ejemplos prácticos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 prompt para generar código, uno para resumir, uno para validar y uno para reformular, con su salida.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Parámetros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temperature</a:t>
            </a:r>
            <a:r>
              <a:rPr lang="es-CL" sz="2400" dirty="0">
                <a:solidFill>
                  <a:srgbClr val="1F2937"/>
                </a:solidFill>
              </a:rPr>
              <a:t> (variedad), </a:t>
            </a:r>
            <a:r>
              <a:rPr lang="es-CL" sz="2400" b="1" dirty="0">
                <a:solidFill>
                  <a:srgbClr val="1F2937"/>
                </a:solidFill>
              </a:rPr>
              <a:t>max_tokens</a:t>
            </a:r>
            <a:r>
              <a:rPr lang="es-CL" sz="2400" dirty="0">
                <a:solidFill>
                  <a:srgbClr val="1F2937"/>
                </a:solidFill>
              </a:rPr>
              <a:t> (largo máximo), </a:t>
            </a:r>
            <a:r>
              <a:rPr lang="es-CL" sz="2400" b="1" dirty="0">
                <a:solidFill>
                  <a:srgbClr val="1F2937"/>
                </a:solidFill>
              </a:rPr>
              <a:t>top_p</a:t>
            </a:r>
            <a:r>
              <a:rPr lang="es-CL" sz="2400" dirty="0">
                <a:solidFill>
                  <a:srgbClr val="1F2937"/>
                </a:solidFill>
              </a:rPr>
              <a:t> (acota las opciones).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Para resúmenes, temperature baja.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Limitaciones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Alucinaciones, falta de control, sensibilidad a la redacción: un cambio pequeño de palabras cambia la respuesta.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Iterar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Cambiar una cosa a la vez, anotar qué cambió y qué efecto tuvo, y decidir con los resultados.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Video interactivo R06 y actividad 2, pasos 2 y 3.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3 · Diseño de prompts</dc:title>
  <dc:creator>licitacion-td-2026</dc:creator>
  <dcterms:created xsi:type="dcterms:W3CDTF">2026-09-25T01:47:41Z</dcterms:created>
</cp:coreProperties>
</file>