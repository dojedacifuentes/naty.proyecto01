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Este es el módulo 2 en dos minutos y medio: Introducción a modelos generativos y consumo por API. Son 21 horas y un caso que te acompaña de principio a fin: el resumidor de tickets de Nube Sur, una empresa de software inventada.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Estación 1: entender. Conoces los tipos de modelos generativos, sus casos de uso y su ecosistema tecnológico, y dibujas la arquitectura de una aplicación que usa un modelo por API. Lo más importante: la clave de la API vive en el servidor, nunca en el cliente.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Estación 2: consumir. Llamas a un modelo por API REST con solicitudes HTTP autenticadas, lees la documentación oficial y manejas los errores. Terminas con una clase reutilizable, ClienteIA, con sus pruebas.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Estación 3, la central del módulo: formular prompts. Escribes prompts zero-shot y few-shot, con rol, contexto, restricciones y formato de salida, y ajustas la temperatura. Lo más importante: se itera cambiando una cosa a la vez y anotando qué efecto tuvo.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Estación 4: preparar y medir. Limpias y normalizas el texto antes de enviarlo, lo tokenizas, y mides la calidad de los resúmenes con ROUGE y BLEU. Lo pruebas en el laboratorio de prompts, con tablero de puntajes e insignias.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Terminas con un diagrama, un cliente de API probado, un registro de prompts y una tabla de métricas: todo va a tu portafolio. Lo que sigue en el curso es orquestar flujos y agentes con frameworks, en el módulo 3.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Módulo 2: INTRODUCCIÓN A MODELOS GENERATIVOS Y CONSUMO POR API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Especialización en Desarrollo con IA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PF1822 · Módulo 2 · Resumen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Estación 1: familias de modelos y el diagrama de una aplicación con IA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Resumen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Estación 2: una terminal con una solicitud HTTP y su respuesta JSON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Resumen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Estación 3: dos prompts lado a lado, zero-shot y few-shot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Resumen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5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Estación 4: un ticket antes y después de limpiarlo; una tabla con ROUGE y BLEU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Resumen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6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Presentador; en pantalla los productos del portafolio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Resumen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PF1822 · Video resumen del módulo 2</dc:title>
  <dc:creator>licitacion-td-2026</dc:creator>
  <dcterms:created xsi:type="dcterms:W3CDTF">2026-10-02T04:01:28Z</dcterms:created>
</cp:coreProperties>
</file>