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 doy la bienvenida a la cápsula 4 del módulo 2, Fundamentos de n8n y manipulación de datos: Decidir y depurar. "Que el workflow decida, y que se deje revisar".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 cápsula corresponde al aprendizaje esperado 4 del plan formativo: Implementar lógica condicional y estructuras de control en workflows, aplicando buenas prácticas de debugging y trazabilidad. Sus criterios de evaluación son: Configura workflows con múltiples rutas condicionales. Utiliza operadores lógicos y comparaciones en expresiones n8n. Aplica herramientas de debugging para identificar errores básicos en workflows.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If o Switch. If: dos caminos (verdadero y falso). Switch: varias rutas por reglas o por una expresión.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Operadores. Es igual, contiene, mayor o igual, está vacío, existe; se combinan con AND (todas) y OR (al menos una). En expresiones: triple igual, mayor o igual, doble ampersand (y), doble barra (o), signo de exclamación (no).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Enrutar datos. Ejemplo de Mercado Austral: mayorista (por tipo o por monto), luego ventas; regiones, luego despacho regional; resto, luego bodega RM. El orden de las reglas importa: gana la primera que se cumple.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Casos borde. Campos vacíos, tipos equivocados, valores que nadie previó ("distribuidor"), duplicados. La salida de respaldo evita que se pierdan en silencio.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Herramientas de depuración. Historial de ejecuciones (cada corrida con sus datos), ejecutar un solo nodo, datos fijados, mensajes de error completos.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Contar ítems. La prueba más útil: ¿cuántos ítems entran y cuántos salen de cada nodo? Si no cuadra, ahí está el problema.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Trazabilidad. Guardar en cada registro la ruta tomada y el id de la ejecución (el identificador de la ejecución); manejo de errores del nodo (On Error, luego Continue (using error output)) y un workflow de errores con Error Trigger.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Buenas prácticas de prueba. Datos de prueba que incluyan casos sucios, probar cada ruta, nombrar los nodos por lo que hacen, anotar cada falla en la bitácora.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Tu tarea. Video interactivo y actividad 2: "Rescate del workflow roto".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609600"/>
            <a:ext cx="7315200" cy="533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9FC3E6"/>
                </a:solidFill>
              </a:rPr>
              <a:t>MÓDULO 2 · FUNDAMENTOS DE N8N Y MANIPULACIÓN DE DATOS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Cápsula 4: Decidir y depurar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"Que el workflow decida, y que se deje revisar".</a:t>
            </a:r>
          </a:p>
          <a:p>
            <a:r>
              <a:rPr lang="es-CL" sz="2200" dirty="0">
                <a:solidFill>
                  <a:srgbClr val="E5E7EB"/>
                </a:solidFill>
              </a:rPr>
              <a:t>Contenido del plan: 4. LÓGICA CONDICIONAL Y DEBUGGING EN N8N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APRENDIZAJE Y CRITERIOS TEXTUALES DEL PLAN FORMATIVO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Aprendizaje esperado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800" b="1" dirty="0">
                <a:solidFill>
                  <a:srgbClr val="1F2937"/>
                </a:solidFill>
              </a:rPr>
              <a:t>IMPLEMENTAR LÓGICA CONDICIONAL Y ESTRUCTURAS DE CONTROL EN WORKFLOWS, APLICANDO BUENAS PRÁCTICAS DE DEBUGGING Y TRAZABILIDAD.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s-CL" sz="1600" b="1" dirty="0">
                <a:solidFill>
                  <a:srgbClr val="0E7490"/>
                </a:solidFill>
              </a:rPr>
              <a:t>CRITERIOS DE EVALUACIÓN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800" dirty="0">
                <a:solidFill>
                  <a:srgbClr val="1F2937"/>
                </a:solidFill>
              </a:rPr>
              <a:t>4.1 CONFIGURA WORKFLOWS CON MÚLTIPLES RUTAS CONDICIONALES.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800" dirty="0">
                <a:solidFill>
                  <a:srgbClr val="1F2937"/>
                </a:solidFill>
              </a:rPr>
              <a:t>4.2 UTILIZA OPERADORES LÓGICOS Y COMPARACIONES EN EXPRESIONES N8N.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800" dirty="0">
                <a:solidFill>
                  <a:srgbClr val="1F2937"/>
                </a:solidFill>
              </a:rPr>
              <a:t>4.3 APLICA HERRAMIENTAS DE DEBUGGING PARA IDENTIFICAR ERRORES BÁSICOS EN WORKFLOWS.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ROUTING DE DATOS.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If o Switch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b="1" dirty="0">
                <a:solidFill>
                  <a:srgbClr val="1F2937"/>
                </a:solidFill>
              </a:rPr>
              <a:t>If</a:t>
            </a:r>
            <a:r>
              <a:rPr lang="es-CL" sz="2400" dirty="0">
                <a:solidFill>
                  <a:srgbClr val="1F2937"/>
                </a:solidFill>
              </a:rPr>
              <a:t>: dos caminos (verdadero y falso).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b="1" dirty="0">
                <a:solidFill>
                  <a:srgbClr val="1F2937"/>
                </a:solidFill>
              </a:rPr>
              <a:t>Switch</a:t>
            </a:r>
            <a:r>
              <a:rPr lang="es-CL" sz="2400" dirty="0">
                <a:solidFill>
                  <a:srgbClr val="1F2937"/>
                </a:solidFill>
              </a:rPr>
              <a:t>: varias rutas por reglas o por una expresión.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OPERADORES Y EXPRESIONES COMPLEJAS.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Operadores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Es igual, contiene, mayor o igual, está vacío, existe; se combinan con </a:t>
            </a:r>
            <a:r>
              <a:rPr lang="es-CL" sz="2400" b="1" dirty="0">
                <a:solidFill>
                  <a:srgbClr val="1F2937"/>
                </a:solidFill>
              </a:rPr>
              <a:t>AND</a:t>
            </a:r>
            <a:r>
              <a:rPr lang="es-CL" sz="2400" dirty="0">
                <a:solidFill>
                  <a:srgbClr val="1F2937"/>
                </a:solidFill>
              </a:rPr>
              <a:t> (todas) y </a:t>
            </a:r>
            <a:r>
              <a:rPr lang="es-CL" sz="2400" b="1" dirty="0">
                <a:solidFill>
                  <a:srgbClr val="1F2937"/>
                </a:solidFill>
              </a:rPr>
              <a:t>OR</a:t>
            </a:r>
            <a:r>
              <a:rPr lang="es-CL" sz="2400" dirty="0">
                <a:solidFill>
                  <a:srgbClr val="1F2937"/>
                </a:solidFill>
              </a:rPr>
              <a:t> (al menos una).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En expresiones: ===, &gt;=, &amp;&amp;, \|\| (o), !.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ROUTING DE DATOS.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Enrutar datos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Ejemplo de Mercado Austral: mayorista (por tipo o por monto) → ventas; regiones → despacho regional; resto → bodega RM.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El orden de las reglas importa: gana la primera que se cumple.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MANEJO DE CASOS EDGE.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Casos borde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Campos vacíos, tipos equivocados, valores que nadie previó ("distribuidor"), duplicados.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La </a:t>
            </a:r>
            <a:r>
              <a:rPr lang="es-CL" sz="2400" b="1" dirty="0">
                <a:solidFill>
                  <a:srgbClr val="1F2937"/>
                </a:solidFill>
              </a:rPr>
              <a:t>salida de respaldo</a:t>
            </a:r>
            <a:r>
              <a:rPr lang="es-CL" sz="2400" dirty="0">
                <a:solidFill>
                  <a:srgbClr val="1F2937"/>
                </a:solidFill>
              </a:rPr>
              <a:t> evita que se pierdan en silencio.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HERRAMIENTAS DE DEBUG EN N8N.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Herramientas de depuración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Historial de ejecuciones (cada corrida con sus datos) · ejecutar un solo nodo · datos fijados · mensajes de error completos.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HERRAMIENTAS DE DEBUG EN N8N.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Contar ítems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La prueba más útil: ¿cuántos ítems entran y cuántos salen de cada nodo?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Si no cuadra, ahí está el problema.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LOGS Y TRAZABILIDAD.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Trazabilidad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dirty="0">
                <a:solidFill>
                  <a:srgbClr val="1F2937"/>
                </a:solidFill>
              </a:rPr>
              <a:t>Guardar en cada registro la ruta tomada y el id de la ejecución ({{ $execution.id }}); manejo de errores del nodo (On Error → Continue (using error output)) y un workflow de errores con Error Trigger.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MEJORES PRÁCTICAS DE TESTING.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Buenas prácticas de prueba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Datos de prueba que incluyan casos sucios · probar cada ruta · nombrar los nodos por lo que hacen · anotar cada falla en la bitácora.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PRÁCTICA DEL APRENDIZAJE ESPERADO 4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Tu tarea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Video interactivo R06 y actividad 2: "Rescate del workflow roto".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4 · Aprendizaje esperado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11</Slides>
  <Notes>11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PF1821 · Cápsula 4 · Decidir y depurar</dc:title>
  <dc:creator>licitacion-td-2026</dc:creator>
  <dcterms:created xsi:type="dcterms:W3CDTF">2026-10-02T04:00:29Z</dcterms:created>
</cp:coreProperties>
</file>