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4 del módulo 2: Decidir y depurar. "Que el workflow decida, y que se deje revisar".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If o Switch. If: dos caminos (verdadero y falso). Switch: varias rutas por reglas o por una expresión.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Operadores. Es igual, contiene, mayor o igual, está vacío, existe; se combinan con AND (todas) y OR (al menos una). En expresiones: ===, &gt;=, &amp;&amp;, \|\| (o), !.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Enrutar datos. Ejemplo de Mercado Austral: mayorista (por tipo o por monto), luego ventas; regiones, luego despacho regional; resto, luego bodega RM. El orden de las reglas importa: gana la primera que se cumple.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Casos borde. Campos vacíos, tipos equivocados, valores que nadie previó ("distribuidor"), duplicados. La salida de respaldo evita que se pierdan en silencio.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Herramientas de depuración. Historial de ejecuciones (cada corrida con sus datos), ejecutar un solo nodo, datos fijados, mensajes de error completos.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Contar ítems. La prueba más útil: ¿cuántos ítems entran y cuántos salen de cada nodo? Si no cuadra, ahí está el problema.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Trazabilidad. Guardar en cada registro la ruta tomada y el id de la ejecución ({{ $execution.id }}); manejo de errores del nodo (On Error, luego Continue (using error output)) y un workflow de errores con Error Trigger.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Buenas prácticas de prueba. Datos de prueba que incluyan casos sucios, probar cada ruta, nombrar los nodos por lo que hacen, anotar cada falla en la bitácora.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Video interactivo y actividad 2: "Rescate del workflow roto".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4: Decidir y depurar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"Que el workflow decida, y que se deje revisar".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If o Switch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If</a:t>
            </a:r>
            <a:r>
              <a:rPr lang="es-CL" sz="2400" dirty="0">
                <a:solidFill>
                  <a:srgbClr val="1F2937"/>
                </a:solidFill>
              </a:rPr>
              <a:t>: dos caminos (verdadero y falso).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Switch</a:t>
            </a:r>
            <a:r>
              <a:rPr lang="es-CL" sz="2400" dirty="0">
                <a:solidFill>
                  <a:srgbClr val="1F2937"/>
                </a:solidFill>
              </a:rPr>
              <a:t>: varias rutas por reglas o por una expresión.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Operadores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Es igual, contiene, mayor o igual, está vacío, existe; se combinan con </a:t>
            </a:r>
            <a:r>
              <a:rPr lang="es-CL" sz="2400" b="1" dirty="0">
                <a:solidFill>
                  <a:srgbClr val="1F2937"/>
                </a:solidFill>
              </a:rPr>
              <a:t>AND</a:t>
            </a:r>
            <a:r>
              <a:rPr lang="es-CL" sz="2400" dirty="0">
                <a:solidFill>
                  <a:srgbClr val="1F2937"/>
                </a:solidFill>
              </a:rPr>
              <a:t> (todas) y </a:t>
            </a:r>
            <a:r>
              <a:rPr lang="es-CL" sz="2400" b="1" dirty="0">
                <a:solidFill>
                  <a:srgbClr val="1F2937"/>
                </a:solidFill>
              </a:rPr>
              <a:t>OR</a:t>
            </a:r>
            <a:r>
              <a:rPr lang="es-CL" sz="2400" dirty="0">
                <a:solidFill>
                  <a:srgbClr val="1F2937"/>
                </a:solidFill>
              </a:rPr>
              <a:t> (al menos una).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 expresiones: ===, &gt;=, &amp;&amp;, \|\| (o), !.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Enrutar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Ejemplo de Mercado Austral: mayorista (por tipo o por monto) → ventas; regiones → despacho regional; resto → bodega RM.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El orden de las reglas importa: gana la primera que se cumple.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Casos borde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Campos vacíos, tipos equivocados, valores que nadie previó ("distribuidor"), duplicados.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</a:t>
            </a:r>
            <a:r>
              <a:rPr lang="es-CL" sz="2400" b="1" dirty="0">
                <a:solidFill>
                  <a:srgbClr val="1F2937"/>
                </a:solidFill>
              </a:rPr>
              <a:t>salida de respaldo</a:t>
            </a:r>
            <a:r>
              <a:rPr lang="es-CL" sz="2400" dirty="0">
                <a:solidFill>
                  <a:srgbClr val="1F2937"/>
                </a:solidFill>
              </a:rPr>
              <a:t> evita que se pierdan en silencio.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Herramientas de depuración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Historial de ejecuciones (cada corrida con sus datos) · ejecutar un solo nodo · datos fijados · mensajes de error completos.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Contar ítems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prueba más útil: ¿cuántos ítems entran y cuántos salen de cada nodo?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 no cuadra, ahí está el problema.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Trazabilidad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Guardar en cada registro la ruta tomada y el id de la ejecución ({{ $execution.id }}); manejo de errores del nodo (On Error → Continue (using error output)) y un workflow de errores con Error Trigger.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Buenas prácticas de prueba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Datos de prueba que incluyan casos sucios · probar cada ruta · nombrar los nodos por lo que hacen · anotar cada falla en la bitácora.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Video interactivo R06 y actividad 2: "Rescate del workflow roto".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4 · Decidir y depurar</dc:title>
  <dc:creator>licitacion-td-2026</dc:creator>
  <dcterms:created xsi:type="dcterms:W3CDTF">2026-09-25T02:10:07Z</dcterms:created>
</cp:coreProperties>
</file>