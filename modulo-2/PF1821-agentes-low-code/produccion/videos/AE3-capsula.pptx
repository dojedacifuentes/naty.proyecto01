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3 del módulo 2: Datos en movimiento. "Datos limpios, workflows confiables".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Cómo viajan los datos. Cada ítem es un objeto JSON con campos; un nodo puede recibir muchos ítems y procesa cada uno. Arrays y objetos anidados.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Nodos core de transformación. Edit Fields (Set): crear, cambiar o quitar campos, Filter: dejar pasar solo lo que cumple, Summarize: agrupar y sumar, contar, promediar, Split Out: separar una lista en ítems, Merge: unir dos flujos (por campo o por posición), If / Switch: se ven en el tramo 4.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Expresiones. Entre {{ }}. $json.campo (datos del nodo), $('Nombre del nodo').item.json.campo (datos de otro nodo), $now (fecha y hora), métodos de texto y número: trim(), toLowerCase(), Number(), toFixed(). La vista previa muestra el resultado antes de ejecutar.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datos. Texto, número, booleano, fecha. Un número guardado como texto suma mal y la base de datos lo rechaza. Declarar el tipo en Edit Fields.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Formatos. JSON (nativo de n8n), CSV (Extract from File para leerlo, Convert to File para generarlo), XML (nodo XML, de JSON a XML y de vuelta).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Variables y configuración. Valores que no se escriben a mano en cada nodo: credenciales guardadas y variables del entorno de la instancia, cuando el administrador lo habilita.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Supabase en 5 minutos. Base de datos PostgreSQL en la nube: proyecto, luego tabla con columnas y tipos, luego credencial en n8n (URL del proyecto y clave de servicio, que nunca se pega en un nodo ni en una captura).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CRUD con el nodo Supabase. Create a row, Get a row / Get many rows, Update a row, Delete a row. Datos relacionales: una devolución guarda el id de su pedido.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1, parte C: resumen por comuna en XML, y la tabla pedidos con tus filas.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3: Datos en movimiento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"Datos limpios, workflows confiables".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Cómo viajan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Cada ítem es un objeto JSON con campos; un nodo puede recibir muchos ítems y procesa cada uno.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Arrays y objetos anidados.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Nodos core de transformación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Edit Fields (Set)</a:t>
            </a:r>
            <a:r>
              <a:rPr lang="es-CL" sz="2000" dirty="0">
                <a:solidFill>
                  <a:srgbClr val="1F2937"/>
                </a:solidFill>
              </a:rPr>
              <a:t>: crear, cambiar o quitar campos · </a:t>
            </a:r>
            <a:r>
              <a:rPr lang="es-CL" sz="2000" b="1" dirty="0">
                <a:solidFill>
                  <a:srgbClr val="1F2937"/>
                </a:solidFill>
              </a:rPr>
              <a:t>Filter</a:t>
            </a:r>
            <a:r>
              <a:rPr lang="es-CL" sz="2000" dirty="0">
                <a:solidFill>
                  <a:srgbClr val="1F2937"/>
                </a:solidFill>
              </a:rPr>
              <a:t>: dejar pasar solo lo que cumple · </a:t>
            </a:r>
            <a:r>
              <a:rPr lang="es-CL" sz="2000" b="1" dirty="0">
                <a:solidFill>
                  <a:srgbClr val="1F2937"/>
                </a:solidFill>
              </a:rPr>
              <a:t>Summarize</a:t>
            </a:r>
            <a:r>
              <a:rPr lang="es-CL" sz="2000" dirty="0">
                <a:solidFill>
                  <a:srgbClr val="1F2937"/>
                </a:solidFill>
              </a:rPr>
              <a:t>: agrupar y sumar, contar, promediar · </a:t>
            </a:r>
            <a:r>
              <a:rPr lang="es-CL" sz="2000" b="1" dirty="0">
                <a:solidFill>
                  <a:srgbClr val="1F2937"/>
                </a:solidFill>
              </a:rPr>
              <a:t>Split Out</a:t>
            </a:r>
            <a:r>
              <a:rPr lang="es-CL" sz="2000" dirty="0">
                <a:solidFill>
                  <a:srgbClr val="1F2937"/>
                </a:solidFill>
              </a:rPr>
              <a:t>: separar una lista en ítems · </a:t>
            </a:r>
            <a:r>
              <a:rPr lang="es-CL" sz="2000" b="1" dirty="0">
                <a:solidFill>
                  <a:srgbClr val="1F2937"/>
                </a:solidFill>
              </a:rPr>
              <a:t>Merge</a:t>
            </a:r>
            <a:r>
              <a:rPr lang="es-CL" sz="2000" dirty="0">
                <a:solidFill>
                  <a:srgbClr val="1F2937"/>
                </a:solidFill>
              </a:rPr>
              <a:t>: unir dos flujos (por campo o por posición) · </a:t>
            </a:r>
            <a:r>
              <a:rPr lang="es-CL" sz="2000" b="1" dirty="0">
                <a:solidFill>
                  <a:srgbClr val="1F2937"/>
                </a:solidFill>
              </a:rPr>
              <a:t>If / Switch</a:t>
            </a:r>
            <a:r>
              <a:rPr lang="es-CL" sz="2000" dirty="0">
                <a:solidFill>
                  <a:srgbClr val="1F2937"/>
                </a:solidFill>
              </a:rPr>
              <a:t>: se ven en el tramo 4.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Expresiones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Entre {{ }}.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$json.campo (datos del nodo) · $('Nombre del nodo').item.json.campo (datos de otro nodo) · $now (fecha y hora) · métodos de texto y número: trim(), toLowerCase(), Number(), toFixed().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La vista previa muestra el resultado antes de ejecutar.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Texto, número, booleano, fecha.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número guardado como texto suma mal y la base de datos lo rechaza.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Declarar el tipo en Edit Fields.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Formatos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JSON</a:t>
            </a:r>
            <a:r>
              <a:rPr lang="es-CL" sz="2400" dirty="0">
                <a:solidFill>
                  <a:srgbClr val="1F2937"/>
                </a:solidFill>
              </a:rPr>
              <a:t> (nativo de n8n) · </a:t>
            </a:r>
            <a:r>
              <a:rPr lang="es-CL" sz="2400" b="1" dirty="0">
                <a:solidFill>
                  <a:srgbClr val="1F2937"/>
                </a:solidFill>
              </a:rPr>
              <a:t>CSV</a:t>
            </a:r>
            <a:r>
              <a:rPr lang="es-CL" sz="2400" dirty="0">
                <a:solidFill>
                  <a:srgbClr val="1F2937"/>
                </a:solidFill>
              </a:rPr>
              <a:t> (Extract from File para leerlo, Convert to File para generarlo) · </a:t>
            </a:r>
            <a:r>
              <a:rPr lang="es-CL" sz="2400" b="1" dirty="0">
                <a:solidFill>
                  <a:srgbClr val="1F2937"/>
                </a:solidFill>
              </a:rPr>
              <a:t>XML</a:t>
            </a:r>
            <a:r>
              <a:rPr lang="es-CL" sz="2400" dirty="0">
                <a:solidFill>
                  <a:srgbClr val="1F2937"/>
                </a:solidFill>
              </a:rPr>
              <a:t> (nodo XML, de JSON a XML y de vuelta).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Variables y configuración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Valores que no se escriben a mano en cada nodo: credenciales guardadas y variables del entorno de la instancia, cuando el administrador lo habilita.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Supabase en 5 minutos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Base de datos PostgreSQL en la nube: proyecto → tabla con columnas y tipos → credencial en n8n (URL del proyecto y clave de servicio, que </a:t>
            </a:r>
            <a:r>
              <a:rPr lang="es-CL" sz="2400" b="1" dirty="0">
                <a:solidFill>
                  <a:srgbClr val="1F2937"/>
                </a:solidFill>
              </a:rPr>
              <a:t>nunca</a:t>
            </a:r>
            <a:r>
              <a:rPr lang="es-CL" sz="2400" dirty="0">
                <a:solidFill>
                  <a:srgbClr val="1F2937"/>
                </a:solidFill>
              </a:rPr>
              <a:t> se pega en un nodo ni en una captura).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CRUD con el nodo Supabase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Create a row · Get a row / Get many rows · Update a row · Delete a row.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relacionales: una devolución guarda el id de su pedido.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1, parte C: resumen por comuna en XML, y la tabla pedidos con tus filas.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3 · Datos en movimiento</dc:title>
  <dc:creator>licitacion-td-2026</dc:creator>
  <dcterms:created xsi:type="dcterms:W3CDTF">2026-09-25T02:10:07Z</dcterms:created>
</cp:coreProperties>
</file>