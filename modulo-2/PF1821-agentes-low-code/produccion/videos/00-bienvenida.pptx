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"/>
  </p:notesMasterIdLst>
  <p:sldIdLst>
    <p:sldId id="256" r:id="rId10"/>
    <p:sldId id="257" r:id="rId11"/>
    <p:sldId id="258" r:id="rId12"/>
    <p:sldId id="259" r:id="rId13"/>
    <p:sldId id="260" r:id="rId14"/>
    <p:sldId id="261" r:id="rId15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notesMaster" Target="notesMasters/notesMaster1.xml"/><Relationship Id="rId3" Type="http://schemas.openxmlformats.org/officeDocument/2006/relationships/theme" Target="theme/theme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ableStyles" Target="tableStyles.xml"/><Relationship Id="rId10" Type="http://schemas.openxmlformats.org/officeDocument/2006/relationships/slide" Target="slides/slide1.xml"/><Relationship Id="rId11" Type="http://schemas.openxmlformats.org/officeDocument/2006/relationships/slide" Target="slides/slide2.xml"/><Relationship Id="rId12" Type="http://schemas.openxmlformats.org/officeDocument/2006/relationships/slide" Target="slides/slide3.xml"/><Relationship Id="rId13" Type="http://schemas.openxmlformats.org/officeDocument/2006/relationships/slide" Target="slides/slide4.xml"/><Relationship Id="rId14" Type="http://schemas.openxmlformats.org/officeDocument/2006/relationships/slide" Target="slides/slide5.xml"/><Relationship Id="rId15" Type="http://schemas.openxmlformats.org/officeDocument/2006/relationships/slide" Target="slides/slide6.xml"/></Relationships>
</file>

<file path=ppt/notesMasters/_rels/notes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agen de diapositiva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as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/>
          <a:lstStyle/>
          <a:p>
            <a:endParaRPr lang="es-CL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>
      <a:defRPr sz="1200">
        <a:solidFill>
          <a:schemeClr val="tx1"/>
        </a:solidFill>
        <a:latin typeface="+mn-lt"/>
      </a:defRPr>
    </a:lvl1pPr>
  </p:notesStyle>
</p:notesMaster>
</file>

<file path=ppt/notesSlides/_rels/notesSlide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agen de diapositiva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a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dirty="0"/>
              <a:t>Hola. Bienvenida, bienvenido al módulo 2: Fundamentos de n8n y manipulación de datos.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agen de diapositiva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a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dirty="0"/>
              <a:t>Imagina una distribuidora que recibe pedidos por su web y alguien los copia uno por uno a una planilla. Se pierden pedidos, se duplican otros y cada viernes alguien pasa horas sumando ventas. Esa empresa se llama Mercado Austral, es inventada, y va a ser tu cliente durante todo el módulo.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agen de diapositiva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a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dirty="0"/>
              <a:t>En estas 18 horas vas a reemplazar ese trabajo manual por un workflow en n8n: recibe el pedido, limpia los datos, decide a dónde va y lo guarda en una base de datos. Sin programar, arrastrando nodos.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agen de diapositiva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a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dirty="0"/>
              <a:t>Vamos en cuatro tramos: entender qué conviene automatizar, construir tu primer workflow, transformar datos, y hacer que tu workflow tome decisiones y se deje depurar. Cada tramo deja una pieza en tu portafolio.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agen de diapositiva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a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dirty="0"/>
              <a:t>Al final te espera un rescate: un workflow roto con cinco fallas escondidas. Encuéntralas y gana tus insignias.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agen de diapositiva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a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dirty="0"/>
              <a:t>Tu primer paso: mira la ruta del módulo y completa el autodiagnóstico. Nos vemos en la primera sesión en vivo.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>
        <a:defRPr sz="3200"/>
      </a:lvl1pPr>
    </p:titleStyle>
    <p:bodyStyle>
      <a:lvl1pPr>
        <a:defRPr sz="2400"/>
      </a:lvl1pPr>
    </p:bodyStyle>
    <p:otherStyle>
      <a:lvl1pPr>
        <a:defRPr sz="1800"/>
      </a:lvl1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nja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3D5E"/>
          </a:solidFill>
          <a:ln>
            <a:noFill/>
          </a:ln>
        </p:spPr>
      </p:sp>
      <p:sp>
        <p:nvSpPr>
          <p:cNvPr id="3" name="Franja 3"/>
          <p:cNvSpPr/>
          <p:nvPr/>
        </p:nvSpPr>
        <p:spPr>
          <a:xfrm>
            <a:off x="609600" y="3276600"/>
            <a:ext cx="1524000" cy="7620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4" name="Título"/>
          <p:cNvSpPr txBox="1"/>
          <p:nvPr/>
        </p:nvSpPr>
        <p:spPr>
          <a:xfrm>
            <a:off x="609600" y="1219200"/>
            <a:ext cx="7315200" cy="1981200"/>
          </a:xfrm>
          <a:prstGeom prst="rect">
            <a:avLst/>
          </a:prstGeom>
          <a:noFill/>
        </p:spPr>
        <p:txBody>
          <a:bodyPr wrap="square" lIns="0" rIns="0" anchor="b">
            <a:normAutofit/>
          </a:bodyPr>
          <a:lstStyle/>
          <a:p>
            <a:r>
              <a:rPr lang="es-CL" sz="4000" b="1" dirty="0">
                <a:solidFill>
                  <a:srgbClr val="FFFFFF"/>
                </a:solidFill>
              </a:rPr>
              <a:t>Módulo 2: FUNDAMENTOS DE N8N Y MANIPULACIÓN DE DATOS</a:t>
            </a:r>
          </a:p>
        </p:txBody>
      </p:sp>
      <p:sp>
        <p:nvSpPr>
          <p:cNvPr id="5" name="Subtítulo"/>
          <p:cNvSpPr txBox="1"/>
          <p:nvPr/>
        </p:nvSpPr>
        <p:spPr>
          <a:xfrm>
            <a:off x="609600" y="3505200"/>
            <a:ext cx="7315200" cy="18288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r>
              <a:rPr lang="es-CL" sz="2200" dirty="0">
                <a:solidFill>
                  <a:srgbClr val="E5E7EB"/>
                </a:solidFill>
              </a:rPr>
              <a:t>Construcción de Agentes y Automatización con Herramientas Low Code</a:t>
            </a:r>
          </a:p>
        </p:txBody>
      </p:sp>
      <p:sp>
        <p:nvSpPr>
          <p:cNvPr id="6" name="Pie"/>
          <p:cNvSpPr txBox="1"/>
          <p:nvPr/>
        </p:nvSpPr>
        <p:spPr>
          <a:xfrm>
            <a:off x="609600" y="6248400"/>
            <a:ext cx="7315200" cy="3810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r>
              <a:rPr lang="es-CL" sz="1200" dirty="0">
                <a:solidFill>
                  <a:srgbClr val="CBD5E1"/>
                </a:solidFill>
              </a:rPr>
              <a:t>PF1821 · Módulo 2 · Bienvenida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nja 2"/>
          <p:cNvSpPr/>
          <p:nvPr/>
        </p:nvSpPr>
        <p:spPr>
          <a:xfrm>
            <a:off x="0" y="0"/>
            <a:ext cx="12192000" cy="15240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3" name="Título"/>
          <p:cNvSpPr txBox="1"/>
          <p:nvPr/>
        </p:nvSpPr>
        <p:spPr>
          <a:xfrm>
            <a:off x="609600" y="381000"/>
            <a:ext cx="7315200" cy="990600"/>
          </a:xfrm>
          <a:prstGeom prst="rect">
            <a:avLst/>
          </a:prstGeom>
          <a:noFill/>
        </p:spPr>
        <p:txBody>
          <a:bodyPr wrap="square" lIns="0" rIns="0" anchor="b">
            <a:normAutofit/>
          </a:bodyPr>
          <a:lstStyle/>
          <a:p>
            <a:r>
              <a:rPr lang="es-CL" sz="3200" b="1" dirty="0">
                <a:solidFill>
                  <a:srgbClr val="0F3D5E"/>
                </a:solidFill>
              </a:rPr>
              <a:t>Escena 2</a:t>
            </a:r>
          </a:p>
        </p:txBody>
      </p:sp>
      <p:sp>
        <p:nvSpPr>
          <p:cNvPr id="4" name="Franja 4"/>
          <p:cNvSpPr/>
          <p:nvPr/>
        </p:nvSpPr>
        <p:spPr>
          <a:xfrm>
            <a:off x="609600" y="1447800"/>
            <a:ext cx="1066800" cy="5080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5" name="Contenido"/>
          <p:cNvSpPr txBox="1"/>
          <p:nvPr/>
        </p:nvSpPr>
        <p:spPr>
          <a:xfrm>
            <a:off x="609600" y="1676400"/>
            <a:ext cx="7315200" cy="44196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pPr marL="342900" indent="-342900">
              <a:spcBef>
                <a:spcPts val="900"/>
              </a:spcBef>
              <a:buClr>
                <a:srgbClr val="0E7490"/>
              </a:buClr>
              <a:buFont typeface="Arial"/>
              <a:buChar char="•"/>
            </a:pPr>
            <a:r>
              <a:rPr lang="es-CL" sz="2400" dirty="0">
                <a:solidFill>
                  <a:srgbClr val="1F2937"/>
                </a:solidFill>
              </a:rPr>
              <a:t>Imagen sugerida (reemplazar antes de grabar): Planilla llena de filas copiadas a mano; un correo "¿llegó mi pedido?"</a:t>
            </a:r>
          </a:p>
        </p:txBody>
      </p:sp>
      <p:sp>
        <p:nvSpPr>
          <p:cNvPr id="6" name="Pie"/>
          <p:cNvSpPr txBox="1"/>
          <p:nvPr/>
        </p:nvSpPr>
        <p:spPr>
          <a:xfrm>
            <a:off x="609600" y="6248400"/>
            <a:ext cx="7315200" cy="3810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r>
              <a:rPr lang="es-CL" sz="1200" dirty="0">
                <a:solidFill>
                  <a:srgbClr val="6B7280"/>
                </a:solidFill>
              </a:rPr>
              <a:t>PF1821 · Módulo 2 · Bienvenida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nja 2"/>
          <p:cNvSpPr/>
          <p:nvPr/>
        </p:nvSpPr>
        <p:spPr>
          <a:xfrm>
            <a:off x="0" y="0"/>
            <a:ext cx="12192000" cy="15240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3" name="Título"/>
          <p:cNvSpPr txBox="1"/>
          <p:nvPr/>
        </p:nvSpPr>
        <p:spPr>
          <a:xfrm>
            <a:off x="609600" y="381000"/>
            <a:ext cx="7315200" cy="990600"/>
          </a:xfrm>
          <a:prstGeom prst="rect">
            <a:avLst/>
          </a:prstGeom>
          <a:noFill/>
        </p:spPr>
        <p:txBody>
          <a:bodyPr wrap="square" lIns="0" rIns="0" anchor="b">
            <a:normAutofit/>
          </a:bodyPr>
          <a:lstStyle/>
          <a:p>
            <a:r>
              <a:rPr lang="es-CL" sz="3200" b="1" dirty="0">
                <a:solidFill>
                  <a:srgbClr val="0F3D5E"/>
                </a:solidFill>
              </a:rPr>
              <a:t>Escena 3</a:t>
            </a:r>
          </a:p>
        </p:txBody>
      </p:sp>
      <p:sp>
        <p:nvSpPr>
          <p:cNvPr id="4" name="Franja 4"/>
          <p:cNvSpPr/>
          <p:nvPr/>
        </p:nvSpPr>
        <p:spPr>
          <a:xfrm>
            <a:off x="609600" y="1447800"/>
            <a:ext cx="1066800" cy="5080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5" name="Contenido"/>
          <p:cNvSpPr txBox="1"/>
          <p:nvPr/>
        </p:nvSpPr>
        <p:spPr>
          <a:xfrm>
            <a:off x="609600" y="1676400"/>
            <a:ext cx="7315200" cy="44196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pPr marL="342900" indent="-342900">
              <a:spcBef>
                <a:spcPts val="900"/>
              </a:spcBef>
              <a:buClr>
                <a:srgbClr val="0E7490"/>
              </a:buClr>
              <a:buFont typeface="Arial"/>
              <a:buChar char="•"/>
            </a:pPr>
            <a:r>
              <a:rPr lang="es-CL" sz="2400" dirty="0">
                <a:solidFill>
                  <a:srgbClr val="1F2937"/>
                </a:solidFill>
              </a:rPr>
              <a:t>Imagen sugerida (reemplazar antes de grabar): Canvas de n8n: un workflow de 6 nodos que se ejecuta y se pone en verde</a:t>
            </a:r>
          </a:p>
        </p:txBody>
      </p:sp>
      <p:sp>
        <p:nvSpPr>
          <p:cNvPr id="6" name="Pie"/>
          <p:cNvSpPr txBox="1"/>
          <p:nvPr/>
        </p:nvSpPr>
        <p:spPr>
          <a:xfrm>
            <a:off x="609600" y="6248400"/>
            <a:ext cx="7315200" cy="3810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r>
              <a:rPr lang="es-CL" sz="1200" dirty="0">
                <a:solidFill>
                  <a:srgbClr val="6B7280"/>
                </a:solidFill>
              </a:rPr>
              <a:t>PF1821 · Módulo 2 · Bienvenida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nja 2"/>
          <p:cNvSpPr/>
          <p:nvPr/>
        </p:nvSpPr>
        <p:spPr>
          <a:xfrm>
            <a:off x="0" y="0"/>
            <a:ext cx="12192000" cy="15240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3" name="Título"/>
          <p:cNvSpPr txBox="1"/>
          <p:nvPr/>
        </p:nvSpPr>
        <p:spPr>
          <a:xfrm>
            <a:off x="609600" y="381000"/>
            <a:ext cx="7315200" cy="990600"/>
          </a:xfrm>
          <a:prstGeom prst="rect">
            <a:avLst/>
          </a:prstGeom>
          <a:noFill/>
        </p:spPr>
        <p:txBody>
          <a:bodyPr wrap="square" lIns="0" rIns="0" anchor="b">
            <a:normAutofit/>
          </a:bodyPr>
          <a:lstStyle/>
          <a:p>
            <a:r>
              <a:rPr lang="es-CL" sz="3200" b="1" dirty="0">
                <a:solidFill>
                  <a:srgbClr val="0F3D5E"/>
                </a:solidFill>
              </a:rPr>
              <a:t>Escena 4</a:t>
            </a:r>
          </a:p>
        </p:txBody>
      </p:sp>
      <p:sp>
        <p:nvSpPr>
          <p:cNvPr id="4" name="Franja 4"/>
          <p:cNvSpPr/>
          <p:nvPr/>
        </p:nvSpPr>
        <p:spPr>
          <a:xfrm>
            <a:off x="609600" y="1447800"/>
            <a:ext cx="1066800" cy="5080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5" name="Contenido"/>
          <p:cNvSpPr txBox="1"/>
          <p:nvPr/>
        </p:nvSpPr>
        <p:spPr>
          <a:xfrm>
            <a:off x="609600" y="1676400"/>
            <a:ext cx="7315200" cy="44196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pPr marL="342900" indent="-342900">
              <a:spcBef>
                <a:spcPts val="900"/>
              </a:spcBef>
              <a:buClr>
                <a:srgbClr val="0E7490"/>
              </a:buClr>
              <a:buFont typeface="Arial"/>
              <a:buChar char="•"/>
            </a:pPr>
            <a:r>
              <a:rPr lang="es-CL" sz="2400" dirty="0">
                <a:solidFill>
                  <a:srgbClr val="1F2937"/>
                </a:solidFill>
              </a:rPr>
              <a:t>Imagen sugerida (reemplazar antes de grabar): Infografía de la ruta: cuatro tramos con íconos</a:t>
            </a:r>
          </a:p>
        </p:txBody>
      </p:sp>
      <p:sp>
        <p:nvSpPr>
          <p:cNvPr id="6" name="Pie"/>
          <p:cNvSpPr txBox="1"/>
          <p:nvPr/>
        </p:nvSpPr>
        <p:spPr>
          <a:xfrm>
            <a:off x="609600" y="6248400"/>
            <a:ext cx="7315200" cy="3810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r>
              <a:rPr lang="es-CL" sz="1200" dirty="0">
                <a:solidFill>
                  <a:srgbClr val="6B7280"/>
                </a:solidFill>
              </a:rPr>
              <a:t>PF1821 · Módulo 2 · Bienvenida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nja 2"/>
          <p:cNvSpPr/>
          <p:nvPr/>
        </p:nvSpPr>
        <p:spPr>
          <a:xfrm>
            <a:off x="0" y="0"/>
            <a:ext cx="12192000" cy="15240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3" name="Título"/>
          <p:cNvSpPr txBox="1"/>
          <p:nvPr/>
        </p:nvSpPr>
        <p:spPr>
          <a:xfrm>
            <a:off x="609600" y="381000"/>
            <a:ext cx="7315200" cy="990600"/>
          </a:xfrm>
          <a:prstGeom prst="rect">
            <a:avLst/>
          </a:prstGeom>
          <a:noFill/>
        </p:spPr>
        <p:txBody>
          <a:bodyPr wrap="square" lIns="0" rIns="0" anchor="b">
            <a:normAutofit/>
          </a:bodyPr>
          <a:lstStyle/>
          <a:p>
            <a:r>
              <a:rPr lang="es-CL" sz="3200" b="1" dirty="0">
                <a:solidFill>
                  <a:srgbClr val="0F3D5E"/>
                </a:solidFill>
              </a:rPr>
              <a:t>Escena 5</a:t>
            </a:r>
          </a:p>
        </p:txBody>
      </p:sp>
      <p:sp>
        <p:nvSpPr>
          <p:cNvPr id="4" name="Franja 4"/>
          <p:cNvSpPr/>
          <p:nvPr/>
        </p:nvSpPr>
        <p:spPr>
          <a:xfrm>
            <a:off x="609600" y="1447800"/>
            <a:ext cx="1066800" cy="5080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5" name="Contenido"/>
          <p:cNvSpPr txBox="1"/>
          <p:nvPr/>
        </p:nvSpPr>
        <p:spPr>
          <a:xfrm>
            <a:off x="609600" y="1676400"/>
            <a:ext cx="7315200" cy="44196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pPr marL="342900" indent="-342900">
              <a:spcBef>
                <a:spcPts val="900"/>
              </a:spcBef>
              <a:buClr>
                <a:srgbClr val="0E7490"/>
              </a:buClr>
              <a:buFont typeface="Arial"/>
              <a:buChar char="•"/>
            </a:pPr>
            <a:r>
              <a:rPr lang="es-CL" sz="2400" dirty="0">
                <a:solidFill>
                  <a:srgbClr val="1F2937"/>
                </a:solidFill>
              </a:rPr>
              <a:t>Imagen sugerida (reemplazar antes de grabar): Tablero de misiones con insignias "Depurador/a" y "Rescatista de workflows"</a:t>
            </a:r>
          </a:p>
        </p:txBody>
      </p:sp>
      <p:sp>
        <p:nvSpPr>
          <p:cNvPr id="6" name="Pie"/>
          <p:cNvSpPr txBox="1"/>
          <p:nvPr/>
        </p:nvSpPr>
        <p:spPr>
          <a:xfrm>
            <a:off x="609600" y="6248400"/>
            <a:ext cx="7315200" cy="3810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r>
              <a:rPr lang="es-CL" sz="1200" dirty="0">
                <a:solidFill>
                  <a:srgbClr val="6B7280"/>
                </a:solidFill>
              </a:rPr>
              <a:t>PF1821 · Módulo 2 · Bienvenida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nja 2"/>
          <p:cNvSpPr/>
          <p:nvPr/>
        </p:nvSpPr>
        <p:spPr>
          <a:xfrm>
            <a:off x="0" y="0"/>
            <a:ext cx="12192000" cy="15240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3" name="Título"/>
          <p:cNvSpPr txBox="1"/>
          <p:nvPr/>
        </p:nvSpPr>
        <p:spPr>
          <a:xfrm>
            <a:off x="609600" y="381000"/>
            <a:ext cx="7315200" cy="990600"/>
          </a:xfrm>
          <a:prstGeom prst="rect">
            <a:avLst/>
          </a:prstGeom>
          <a:noFill/>
        </p:spPr>
        <p:txBody>
          <a:bodyPr wrap="square" lIns="0" rIns="0" anchor="b">
            <a:normAutofit/>
          </a:bodyPr>
          <a:lstStyle/>
          <a:p>
            <a:r>
              <a:rPr lang="es-CL" sz="3200" b="1" dirty="0">
                <a:solidFill>
                  <a:srgbClr val="0F3D5E"/>
                </a:solidFill>
              </a:rPr>
              <a:t>Escena 6</a:t>
            </a:r>
          </a:p>
        </p:txBody>
      </p:sp>
      <p:sp>
        <p:nvSpPr>
          <p:cNvPr id="4" name="Franja 4"/>
          <p:cNvSpPr/>
          <p:nvPr/>
        </p:nvSpPr>
        <p:spPr>
          <a:xfrm>
            <a:off x="609600" y="1447800"/>
            <a:ext cx="1066800" cy="5080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5" name="Contenido"/>
          <p:cNvSpPr txBox="1"/>
          <p:nvPr/>
        </p:nvSpPr>
        <p:spPr>
          <a:xfrm>
            <a:off x="609600" y="1676400"/>
            <a:ext cx="7315200" cy="44196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pPr marL="342900" indent="-342900">
              <a:spcBef>
                <a:spcPts val="900"/>
              </a:spcBef>
              <a:buClr>
                <a:srgbClr val="0E7490"/>
              </a:buClr>
              <a:buFont typeface="Arial"/>
              <a:buChar char="•"/>
            </a:pPr>
            <a:r>
              <a:rPr lang="es-CL" sz="2400" dirty="0">
                <a:solidFill>
                  <a:srgbClr val="1F2937"/>
                </a:solidFill>
              </a:rPr>
              <a:t>Imagen sugerida (reemplazar antes de grabar): Presentador a cámara; en pantalla el botón "Empezar tramo 1"</a:t>
            </a:r>
          </a:p>
        </p:txBody>
      </p:sp>
      <p:sp>
        <p:nvSpPr>
          <p:cNvPr id="6" name="Pie"/>
          <p:cNvSpPr txBox="1"/>
          <p:nvPr/>
        </p:nvSpPr>
        <p:spPr>
          <a:xfrm>
            <a:off x="609600" y="6248400"/>
            <a:ext cx="7315200" cy="3810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r>
              <a:rPr lang="es-CL" sz="1200" dirty="0">
                <a:solidFill>
                  <a:srgbClr val="6B7280"/>
                </a:solidFill>
              </a:rPr>
              <a:t>PF1821 · Módulo 2 · Bienvenida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odulo 2">
  <a:themeElements>
    <a:clrScheme name="Modulo 2">
      <a:dk1>
        <a:srgbClr val="1F2937"/>
      </a:dk1>
      <a:lt1>
        <a:srgbClr val="FFFFFF"/>
      </a:lt1>
      <a:dk2>
        <a:srgbClr val="0F3D5E"/>
      </a:dk2>
      <a:lt2>
        <a:srgbClr val="F3F4F6"/>
      </a:lt2>
      <a:accent1>
        <a:srgbClr val="0E7490"/>
      </a:accent1>
      <a:accent2>
        <a:srgbClr val="F59E0B"/>
      </a:accent2>
      <a:accent3>
        <a:srgbClr val="10B981"/>
      </a:accent3>
      <a:accent4>
        <a:srgbClr val="6366F1"/>
      </a:accent4>
      <a:accent5>
        <a:srgbClr val="EF4444"/>
      </a:accent5>
      <a:accent6>
        <a:srgbClr val="64748B"/>
      </a:accent6>
      <a:hlink>
        <a:srgbClr val="0563C1"/>
      </a:hlink>
      <a:folHlink>
        <a:srgbClr val="954F72"/>
      </a:folHlink>
    </a:clrScheme>
    <a:fontScheme name="Modulo 2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Modulo 2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>
          <a:solidFill>
            <a:schemeClr val="phClr"/>
          </a:solidFill>
        </a:ln>
        <a:ln w="9525">
          <a:solidFill>
            <a:schemeClr val="phClr"/>
          </a:solidFill>
        </a:ln>
        <a:ln w="9525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Modulo 2">
  <a:themeElements>
    <a:clrScheme name="Modulo 2">
      <a:dk1>
        <a:srgbClr val="1F2937"/>
      </a:dk1>
      <a:lt1>
        <a:srgbClr val="FFFFFF"/>
      </a:lt1>
      <a:dk2>
        <a:srgbClr val="0F3D5E"/>
      </a:dk2>
      <a:lt2>
        <a:srgbClr val="F3F4F6"/>
      </a:lt2>
      <a:accent1>
        <a:srgbClr val="0E7490"/>
      </a:accent1>
      <a:accent2>
        <a:srgbClr val="F59E0B"/>
      </a:accent2>
      <a:accent3>
        <a:srgbClr val="10B981"/>
      </a:accent3>
      <a:accent4>
        <a:srgbClr val="6366F1"/>
      </a:accent4>
      <a:accent5>
        <a:srgbClr val="EF4444"/>
      </a:accent5>
      <a:accent6>
        <a:srgbClr val="64748B"/>
      </a:accent6>
      <a:hlink>
        <a:srgbClr val="0563C1"/>
      </a:hlink>
      <a:folHlink>
        <a:srgbClr val="954F72"/>
      </a:folHlink>
    </a:clrScheme>
    <a:fontScheme name="Modulo 2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Modulo 2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>
          <a:solidFill>
            <a:schemeClr val="phClr"/>
          </a:solidFill>
        </a:ln>
        <a:ln w="9525">
          <a:solidFill>
            <a:schemeClr val="phClr"/>
          </a:solidFill>
        </a:ln>
        <a:ln w="9525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>
  <Application>licitacion-td-2026</Application>
  <Slides>6</Slides>
  <Notes>6</Not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PF1821 · Video de bienvenida</dc:title>
  <dc:creator>licitacion-td-2026</dc:creator>
  <dcterms:created xsi:type="dcterms:W3CDTF">2026-09-25T01:47:41Z</dcterms:created>
</cp:coreProperties>
</file>