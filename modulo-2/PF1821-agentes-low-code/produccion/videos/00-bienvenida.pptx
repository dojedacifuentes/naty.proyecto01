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Hola. Bienvenida, bienvenido al módulo 2: Fundamentos de n8n y manipulación de datos.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Imagina una distribuidora que recibe pedidos por su web y alguien los copia uno por uno a una planilla. Se pierden pedidos, se duplican otros y cada viernes alguien pasa horas sumando ventas. Esa empresa se llama Mercado Austral, es inventada, y va a ser tu cliente durante todo el módulo.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estas 18 horas vas a reemplazar ese trabajo manual por un workflow en n8n: recibe el pedido, limpia los datos, decide a dónde va y lo guarda en una base de datos. Sin programar, arrastrando nodos.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Vamos en cuatro tramos: entender qué conviene automatizar, construir tu primer workflow, transformar datos, y hacer que tu workflow tome decisiones y se deje depurar. Cada tramo deja una pieza en tu portafolio.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Al final te espera un rescate: un workflow roto con cinco fallas escondidas. Encuéntralas y gana tus insignias.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primer paso: mira la ruta del módulo y completa el autodiagnóstico. Nos vemos en la primera sesión en vivo.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Módulo 2: FUNDAMENTOS DE N8N Y MANIPULACIÓN DE DATOS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Construcción de Agentes y Automatización con Herramientas Low Code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Módulo 2 · Bienvenida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Planilla llena de filas copiadas a mano; un correo "¿llegó mi pedido?"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Bienvenida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Canvas de n8n: un workflow de 6 nodos que se ejecuta y se pone en verde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Bienvenida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Infografía de la ruta: cuatro tramos con íconos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Bienvenida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Tablero de misiones con insignias "Depurador/a" y "Rescatista de workflows"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Bienvenida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Presentador a cámara; en pantalla el botón "Empezar tramo 1"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Bienvenida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Video de bienvenida</dc:title>
  <dc:creator>licitacion-td-2026</dc:creator>
  <dcterms:created xsi:type="dcterms:W3CDTF">2026-10-02T04:00:29Z</dcterms:created>
</cp:coreProperties>
</file>