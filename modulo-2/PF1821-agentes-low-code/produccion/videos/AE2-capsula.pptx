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2 del módulo 2: Tu primer workflow. "De la idea al primer workflow que corre solo".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El editor visual. Nodos que se arrastran y se conectan; cada nodo recibe ítems, hace algo y entrega ítems.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 estructura base. Trigger, luego procesar, luego ejecutar: algo inicia el flujo, los datos se preparan, y se hace la acción final. Con tres nodos ya hay un workflow útil.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trigger. Manual (para probar), formulario de n8n, webhook (otra aplicación avisa), programado (cada viernes 18:00), eventos de aplicaciones.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Configurar un nodo. Parámetros, credencial si la necesita, y Execute step para probarlo solo.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Mirar los datos. Panel de entrada y de salida en vista tabla, JSON o esquema. Si no lo viste en la salida, no pasó.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Probar sin repetir. Pin data: fijar los datos de una ejecución para seguir construyendo sin volver a disparar el trigger.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Prueba y producción. URL de prueba (con Test workflow) y URL de producción (con el workflow activo). Activar es lo que lo deja corriendo solo.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Primeros errores. Nodo en rojo es leer el mensaje; nodo sin salida es revisar la entrada.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Tutorial y actividad 1, parte B: "Pedido a registro".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2: Tu primer workflow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"De la idea al primer workflow que corre solo".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El editor visual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Nodos que se arrastran y se conectan; cada nodo recibe ítems, hace algo y entrega ítems.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La estructura base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Trigger → procesar → ejecutar</a:t>
            </a:r>
            <a:r>
              <a:rPr lang="es-CL" sz="2400" dirty="0">
                <a:solidFill>
                  <a:srgbClr val="1F2937"/>
                </a:solidFill>
              </a:rPr>
              <a:t>: algo inicia el flujo, los datos se preparan, y se hace la acción final.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Con tres nodos ya hay un workflow útil.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de trigger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Manual (para probar), formulario de n8n, webhook (otra aplicación avisa), programado (cada viernes 18:00), eventos de aplicaciones.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Configurar un nodo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Parámetros, credencial si la necesita, y Execute step para probarlo solo.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Mirar los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Panel de entrada y de salida en vista tabla, JSON o esquema.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 no lo viste en la salida, no pasó.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Probar sin repetir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Pin data: fijar los datos de una ejecución para seguir construyendo sin volver a disparar el trigger.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Prueba y producción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URL de prueba (con Test workflow) y URL de producción (con el workflow activo).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Activar es lo que lo deja corriendo solo.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Primeros errores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Nodo en rojo = leer el mensaje; nodo sin salida = revisar la entrada.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Tutorial R05 y actividad 1, parte B: "Pedido a registro".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2 · Tu primer workflow</dc:title>
  <dc:creator>licitacion-td-2026</dc:creator>
  <dcterms:created xsi:type="dcterms:W3CDTF">2026-09-25T01:47:41Z</dcterms:created>
</cp:coreProperties>
</file>