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Te doy la bienvenida a la cápsula 2 del módulo 2, Fundamentos de n8n y manipulación de datos: Tu primer workflow. "De la idea al primer workflow que corre solo".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Esta cápsula corresponde al aprendizaje esperado 2 del plan formativo: Crear workflows básicos utilizando la interfaz visual de n8n, para automatizar procesos simples según requerimientos definidos. Sus criterios de evaluación son: Utiliza la interfaz visual de n8n para crear workflows básicos. Configura triggers, nodos de procesamiento y acciones de salida. Implementa workflows funcionales con al menos tres nodos conectados.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Editor visual y espacio de trabajo. Nodos que se arrastran y se conectan; cada nodo recibe ítems, hace algo y entrega ítems. Desde la vista general se navega entre workflows, credenciales y ejecuciones, y cada workflow se abre en su propio canvas.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 estructura base. Trigger, luego procesar, luego ejecutar: algo inicia el flujo, los datos se preparan, y se hace la acción final. Con tres nodos ya hay un workflow útil.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Tipos de trigger. Manual (para probar), formulario de n8n, webhook (otra aplicación avisa), programado (cada viernes 18:00), eventos de aplicaciones.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Configurar un nodo. Parámetros, credencial si la necesita, y Execute step para probarlo solo.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Mirar los datos. Panel de entrada y de salida en vista tabla, JSON o esquema. Si no lo viste en la salida, no pasó.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Probar sin repetir. Pin data: fijar los datos de una ejecución para seguir construyendo sin volver a disparar el trigger.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Prueba y producción. URL de prueba (con Test workflow) y URL de producción (con el workflow activo). Activar es lo que lo deja corriendo solo.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Primeros errores. Nodo en rojo es leer el mensaje; nodo sin salida es revisar la entrada.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Tu tarea. Tutorial y actividad 1, parte B: "Pedido a registro".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/>
      </a:lvl1pPr>
    </p:titleStyle>
    <p:bodyStyle>
      <a:lvl1pPr>
        <a:defRPr sz="24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</p:sp>
      <p:sp>
        <p:nvSpPr>
          <p:cNvPr id="3" name="Franja 3"/>
          <p:cNvSpPr/>
          <p:nvPr/>
        </p:nvSpPr>
        <p:spPr>
          <a:xfrm>
            <a:off x="609600" y="3276600"/>
            <a:ext cx="1524000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609600"/>
            <a:ext cx="7315200" cy="533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9FC3E6"/>
                </a:solidFill>
              </a:rPr>
              <a:t>MÓDULO 2 · FUNDAMENTOS DE N8N Y MANIPULACIÓN DE DATOS</a:t>
            </a:r>
          </a:p>
        </p:txBody>
      </p:sp>
      <p:sp>
        <p:nvSpPr>
          <p:cNvPr id="4" name="Título"/>
          <p:cNvSpPr txBox="1"/>
          <p:nvPr/>
        </p:nvSpPr>
        <p:spPr>
          <a:xfrm>
            <a:off x="609600" y="1219200"/>
            <a:ext cx="7315200" cy="19812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4000" b="1" dirty="0">
                <a:solidFill>
                  <a:srgbClr val="FFFFFF"/>
                </a:solidFill>
              </a:rPr>
              <a:t>Cápsula 2: Tu primer workflow</a:t>
            </a:r>
          </a:p>
        </p:txBody>
      </p:sp>
      <p:sp>
        <p:nvSpPr>
          <p:cNvPr id="5" name="Subtítulo"/>
          <p:cNvSpPr txBox="1"/>
          <p:nvPr/>
        </p:nvSpPr>
        <p:spPr>
          <a:xfrm>
            <a:off x="609600" y="3505200"/>
            <a:ext cx="7315200" cy="18288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2200" dirty="0">
                <a:solidFill>
                  <a:srgbClr val="E5E7EB"/>
                </a:solidFill>
              </a:rPr>
              <a:t>"De la idea al primer workflow que corre solo".</a:t>
            </a:r>
          </a:p>
          <a:p>
            <a:r>
              <a:rPr lang="es-CL" sz="2200" dirty="0">
                <a:solidFill>
                  <a:srgbClr val="E5E7EB"/>
                </a:solidFill>
              </a:rPr>
              <a:t>Contenido del plan: 2. CREACIÓN DE WORKFLOWS EN LA INTERFAZ DE USUARIO DE N8N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CBD5E1"/>
                </a:solidFill>
              </a:rPr>
              <a:t>PF1821 · Módulo 2 · Cápsula 2 · Aprendizaje esperado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APRENDIZAJE Y CRITERIOS TEXTUALES DEL PLAN FORMATIVO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Aprendizaje esperado 2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1800" b="1" dirty="0">
                <a:solidFill>
                  <a:srgbClr val="1F2937"/>
                </a:solidFill>
              </a:rPr>
              <a:t>CREAR WORKFLOWS BÁSICOS UTILIZANDO LA INTERFAZ VISUAL DE N8N, PARA AUTOMATIZAR PROCESOS SIMPLES SEGÚN REQUERIMIENTOS DEFINIDOS.</a:t>
            </a:r>
          </a:p>
          <a:p>
            <a:pPr marL="0" indent="0">
              <a:spcBef>
                <a:spcPts val="1400"/>
              </a:spcBef>
              <a:buNone/>
            </a:pPr>
            <a:r>
              <a:rPr lang="es-CL" sz="1600" b="1" dirty="0">
                <a:solidFill>
                  <a:srgbClr val="0E7490"/>
                </a:solidFill>
              </a:rPr>
              <a:t>CRITERIOS DE EVALUACIÓN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1800" dirty="0">
                <a:solidFill>
                  <a:srgbClr val="1F2937"/>
                </a:solidFill>
              </a:rPr>
              <a:t>2.1 UTILIZA LA INTERFAZ VISUAL DE N8N PARA CREAR WORKFLOWS BÁSICOS.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1800" dirty="0">
                <a:solidFill>
                  <a:srgbClr val="1F2937"/>
                </a:solidFill>
              </a:rPr>
              <a:t>2.2 CONFIGURA TRIGGERS, NODOS DE PROCESAMIENTO Y ACCIONES DE SALIDA.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1800" dirty="0">
                <a:solidFill>
                  <a:srgbClr val="1F2937"/>
                </a:solidFill>
              </a:rPr>
              <a:t>2.3 IMPLEMENTA WORKFLOWS FUNCIONALES CON AL MENOS TRES NODOS CONECTADOS.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2 · Aprendizaje esperado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EDITOR VISUAL: NODOS Y CONEXIONES.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WORKSPACE Y NAVEGACIÓN.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Editor visual y espacio de trabajo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dirty="0">
                <a:solidFill>
                  <a:srgbClr val="1F2937"/>
                </a:solidFill>
              </a:rPr>
              <a:t>Nodos que se arrastran y se conectan; cada nodo recibe ítems, hace algo y entrega ítems.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dirty="0">
                <a:solidFill>
                  <a:srgbClr val="1F2937"/>
                </a:solidFill>
              </a:rPr>
              <a:t>Desde la vista general se navega entre workflows, credenciales y ejecuciones, y cada workflow se abre en su propio canvas.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2 · Aprendizaje esperado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PRIMEROS WORKFLOWS.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ESTRUCTURA TRIGGER, PROCESAR Y EJECUTAR.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La estructura base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b="1" dirty="0">
                <a:solidFill>
                  <a:srgbClr val="1F2937"/>
                </a:solidFill>
              </a:rPr>
              <a:t>Trigger → procesar → ejecutar</a:t>
            </a:r>
            <a:r>
              <a:rPr lang="es-CL" sz="2400" dirty="0">
                <a:solidFill>
                  <a:srgbClr val="1F2937"/>
                </a:solidFill>
              </a:rPr>
              <a:t>: algo inicia el flujo, los datos se preparan, y se hace la acción final.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Con tres nodos ya hay un workflow útil.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2 · Aprendizaje esperado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CONFIGURACIÓN DE NODOS BÁSICOS.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Tipos de trigger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Manual (para probar), formulario de n8n, webhook (otra aplicación avisa), programado (cada viernes 18:00), eventos de aplicaciones.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2 · Aprendizaje esperado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PANEL DE CONFIGURACIÓN.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CONFIGURACIÓN DE NODOS BÁSICOS.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Configurar un nodo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Parámetros, credencial si la necesita, y Execute step para probarlo solo.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2 · Aprendizaje esperado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PANEL DE CONFIGURACIÓN.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Mirar los datos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Panel de entrada y de salida en vista tabla, JSON o esquema.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Si no lo viste en la salida, no pasó.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2 · Aprendizaje esperado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TESTING Y DEBUGGING INICIAL.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Probar sin repetir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Pin data: fijar los datos de una ejecución para seguir construyendo sin volver a disparar el trigger.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2 · Aprendizaje esperado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TESTING Y DEBUGGING INICIAL.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Prueba y producción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URL de prueba (con Test workflow) y URL de producción (con el workflow activo).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Activar es lo que lo deja corriendo solo.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2 · Aprendizaje esperado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TESTING Y DEBUGGING INICIAL.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Primeros errores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Nodo en rojo = leer el mensaje; nodo sin salida = revisar la entrada.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2 · Aprendizaje esperado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PRIMEROS WORKFLOWS.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Tu tarea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Tutorial R05 y actividad 1, parte B: "Pedido a registro".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2 · Aprendizaje esperado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licitacion-td-2026</Application>
  <Slides>11</Slides>
  <Notes>11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PF1821 · Cápsula 2 · Tu primer workflow</dc:title>
  <dc:creator>licitacion-td-2026</dc:creator>
  <dcterms:created xsi:type="dcterms:W3CDTF">2026-09-25T04:22:04Z</dcterms:created>
</cp:coreProperties>
</file>