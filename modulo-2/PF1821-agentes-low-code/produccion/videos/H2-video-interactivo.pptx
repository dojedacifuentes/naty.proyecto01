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workflow ya guarda pedidos. Ahora vamos a hacer que decida por sí solo y a aprender qué hacer cuando algo sale mal.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Una expresión va entre dobles llaves. $json son los datos que llegan al nodo. Mira la vista previa a la derecha: te dice el resultado antes de ejecutar. trim() quita espacios, toLowerCase() pasa a minúsculas, y Number() convierte texto en número.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Para decidir, usamos If cuando hay dos caminos y Switch cuando hay más. Las condiciones se combinan: con AND se tienen que cumplir todas; con OR basta una.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Ojo con lo que no calza en ninguna regla. Si el Switch no tiene salida de respaldo, ese pedido se pierde sin que nada se ponga rojo. Actívala siempre.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Cuando algo falla, no adivines. Abre la ejecución, recorre los nodos y compara cuántos ítems entran y cuántos salen. Ahí está la pista.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Lee el mensaje de error completo: casi siempre dice qué campo y qué tipo esperaba.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Anota cada falla en tu bitácora: síntoma, causa, corrección y prueba. En la actividad 2 la vas a necesitar.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Video interactivo Expresiones y depuración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Video interactivo · Construcción de Agentes y Automatización con Herramientas Low Code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Nodo Edit Fields con el editor de expresiones abierto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Nodo If con una condición de monto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Switch con tres reglas y la opción Fallback Output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Historial de ejecuciones, una ejecución abierta, ítems por nodo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Nodo con error y su mensaje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7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Pantalla sugerida (reemplazar antes de grabar): Canvas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Herramienta didáctica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Video interactivo Expresiones y depuración</dc:title>
  <dc:creator>licitacion-td-2026</dc:creator>
  <dcterms:created xsi:type="dcterms:W3CDTF">2026-10-02T04:00:29Z</dcterms:created>
</cp:coreProperties>
</file>