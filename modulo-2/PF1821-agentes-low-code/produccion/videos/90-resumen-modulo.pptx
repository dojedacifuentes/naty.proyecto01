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 es el módulo 2 en dos minutos y medio: Fundamentos de n8n y manipulación de datos. Son 18 horas y un caso que te acompaña de principio a fin: los pedidos de Mercado Austral, una distribuidora inventada.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Tramo 1: entender. Automatizar conviene cuando la tarea es repetitiva, de alto volumen y con reglas claras. Conoces cómo está hecho n8n, con workflows, nodos, conexiones, credenciales y ejecuciones, y lo comparas con Make y Zapier. Te llevas un mapa de los procesos que conviene automatizar.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Tramo 2: construir. Todo workflow parte de un disparador, como un formulario o un webhook, y sigue con acciones. Armas tu primer workflow, Pedido a registro, y aprendes a leer los datos de entrada y de salida de cada nodo.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Tramo 3, el central del módulo: transformar. Con los nodos core modificas, filtras, resumes, divides y combinas datos; con expresiones limpias textos y conviertes tipos; pasas de JSON a CSV y a XML, y guardas en Supabase. Lo más importante: un dato limpio y con el tipo correcto es lo que hace confiable a un workflow.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Tramo 4: decidir y depurar. Con If y Switch cada pedido toma su ruta, y con la salida de respaldo ninguno se pierde. Cuando algo falla, abres la ejecución y comparas cuántos ítems entran y salen de cada nodo. Lo pruebas en el rescate del workflow roto, con cinco misiones e insignias.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Terminas con dos workflows, un resumen en XML, un workflow reparado y tu bitácora de depuración: todo va a tu portafolio. Lo que sigue en el curso es analizar procesos y levantar requerimientos, en el módulo 3.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Módulo 2: FUNDAMENTOS DE N8N Y MANIPULACIÓN DE DATOS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Construcción de Agentes y Automatización con Herramientas Low Code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Módulo 2 · Resumen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Tramo 1: una lupa sobre un engranaje; el cuadro n8n, Make y Zapier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Resumen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Tramo 2: un formulario conectado a una base de datos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Resumen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Tramo 3: flechas entre JSON, CSV y XML; una tabla de Supabase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Resumen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Tramo 4: una bifurcación con una lupa; tablero de misiones con insignias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Resumen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Presentador; en pantalla los productos del portafolio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Resumen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Video resumen del módulo 2</dc:title>
  <dc:creator>licitacion-td-2026</dc:creator>
  <dcterms:created xsi:type="dcterms:W3CDTF">2026-09-27T04:51:17Z</dcterms:created>
</cp:coreProperties>
</file>