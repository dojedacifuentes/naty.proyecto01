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Hola. Te damos la bienvenida al curso Construcción de agentes y automatización con herramientas low code: 220 horas, completamente en línea.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muchas empresas hay personas que pasan horas copiando datos, respondiendo lo mismo y moviendo archivos de un sistema a otro. Ese trabajo se puede automatizar, y cada vez más con inteligencia artificial.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competencia de este curso es implementar soluciones de automatización de workflows empresariales utilizando herramientas low code y no code como n8n y Make, integrando servicios de inteligencia artificial, agentes conversacionales, APIs externas y lógica personalizada, para optimizar procesos de negocio de acuerdo con requerimientos organizacionales, buenas prácticas de desarrollo y criterios de calidad del cliente.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 camino tiene once módulos. Empiezas con la orientación al perfil y la metodología del curso. Siguen los módulos técnicos: fundamentos de n8n, análisis de procesos, instalación y configuración de n8n, IA generativa y agentes, chatbots y agentes conversacionales, APIs e integraciones con IA, el nodo Code con JavaScript, y la automatización de procesos de negocio con IA. Cierras con tu portafolio y tu plan de empleabilidad.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Aquí se aprende haciendo: en cada módulo resuelves el caso de una empresa, y lo que construyes queda en tu portafolio para mostrarlo al buscar trabajo. El curso te prepara para trabajar como especialista en automatización de procesos, consultor en integración tecnológica o desarrollador de soluciones inteligentes.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tutor te acompaña en las sesiones en vivo, en el foro y en la revisión de tus entregas. Tu primer paso: entra al módulo 1 y conoce tu ruta. Te damos la bienvenida.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Construcción de Agentes y Automatización con Herramientas Low Code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PF1821 · Curso completo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Bienvenida al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Collage: planillas copiadas a mano, correos que se repiten, un chat de clientes sin responder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Bienvenida al curso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La competencia del curso en pantalla, textual del plan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Bienvenida al curso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Ruta del curso: los 11 módulos en una línea de tiempo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Bienvenida al curso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Un portafolio que se llena con workflows, uno por módulo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Bienvenida al curso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Presentador; en pantalla el botón "Empezar módulo 1"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Bienvenida al curso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Video de bienvenida al curso</dc:title>
  <dc:creator>licitacion-td-2026</dc:creator>
  <dcterms:created xsi:type="dcterms:W3CDTF">2026-10-02T04:00:29Z</dcterms:created>
</cp:coreProperties>
</file>